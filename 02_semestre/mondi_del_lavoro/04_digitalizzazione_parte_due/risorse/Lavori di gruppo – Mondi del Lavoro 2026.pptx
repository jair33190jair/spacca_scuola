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fetti Oliver" userId="8d88c212-a4c7-4dcc-8c30-a5d947832871" providerId="ADAL" clId="{93E6BDAC-0215-4163-B433-5222E9439033}"/>
    <pc:docChg chg="modSld">
      <pc:chgData name="Galfetti Oliver" userId="8d88c212-a4c7-4dcc-8c30-a5d947832871" providerId="ADAL" clId="{93E6BDAC-0215-4163-B433-5222E9439033}" dt="2026-03-09T09:55:58.919" v="54" actId="20577"/>
      <pc:docMkLst>
        <pc:docMk/>
      </pc:docMkLst>
      <pc:sldChg chg="modSp mod">
        <pc:chgData name="Galfetti Oliver" userId="8d88c212-a4c7-4dcc-8c30-a5d947832871" providerId="ADAL" clId="{93E6BDAC-0215-4163-B433-5222E9439033}" dt="2026-03-09T09:55:58.919" v="54" actId="20577"/>
        <pc:sldMkLst>
          <pc:docMk/>
          <pc:sldMk cId="221412590" sldId="257"/>
        </pc:sldMkLst>
        <pc:graphicFrameChg chg="modGraphic">
          <ac:chgData name="Galfetti Oliver" userId="8d88c212-a4c7-4dcc-8c30-a5d947832871" providerId="ADAL" clId="{93E6BDAC-0215-4163-B433-5222E9439033}" dt="2026-03-09T09:55:58.919" v="54" actId="20577"/>
          <ac:graphicFrameMkLst>
            <pc:docMk/>
            <pc:sldMk cId="221412590" sldId="257"/>
            <ac:graphicFrameMk id="4" creationId="{195545A3-6F7F-2719-0D9C-EE435540CF0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8B8A80-9E10-F40F-B5B5-995FF21CE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BEA375-332E-A96C-D58F-04BD425B0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22073A-0B61-D9AF-967E-7FA5F2FE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D129BD-A4AB-AC82-EE07-941BFA0D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3CA0E5-9786-E76E-1BF6-62166210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3700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B88ABD-1E7C-3BB4-C4D8-92E3F455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5F4987-D107-338D-C896-7D809CCFD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DA39A2-5354-D1E3-889C-B73CC450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4B7A15-0B36-B4D9-B0A5-56BD7421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9E46B8-6B1D-CB28-F5FB-B1ECB5BA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10745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575100-4103-773D-F956-A48C9100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3291D3-2EAE-3BAD-B315-9AA570CD9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029145-F161-0E9D-42F9-A496177F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1BD927-CE37-9EA2-4FC2-FA93A41F3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7FEE83-FD2B-9CAE-F587-9A25A789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417428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E24299-999E-9416-780E-ECA7CF3D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5172CC-9FD0-259D-7245-947B3CA23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F75FF79-0A59-E452-344A-4C6D7E98B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3582704-BEA4-52F9-EADF-CF9DC7CE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5E0F79E-92A6-F4D4-AEF6-69821A5B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DCBFC0-4E3E-2D56-3025-46546655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4986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11229C-3616-5F71-0DA4-4E2A5322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6E1765-6C45-00E0-E0B6-4C257D7E3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72499F-2103-732D-4664-23AEAB47B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C9A73CA-6376-9A02-5F37-C63CF41DA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22F711B-1449-0BDB-BFEB-60B13647A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35FC8BB-A098-DDEC-0D8C-A81C72D3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CB524CA-A90F-E96B-B4C2-1FE68B63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E7EF522-2328-67E3-4C25-E5E53A83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28786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BBA5B9-F9A5-9DCA-8585-D8B07B28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268CAE-D411-BC07-A31D-D18D89BC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2C9262A-B77F-289D-C809-E725B805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F5F5D08-9E6F-2142-710D-251DA660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74345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6E16185-AD4A-A14A-7781-FF47BEE4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364431-343D-C2AA-8DC2-54F97A515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F52690-272D-4881-3EEA-22FD0DD0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14666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458FF-CE94-9EF9-99CC-F033D0402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2D94AE-CA6F-37B8-6DEB-A13D48CFF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2A08EFC-D683-36DF-7F1B-5238AF384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CB0E751-C7CC-E166-8445-7BBCD289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9A477B-C8A4-2161-5B37-229AD1DB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56CB3E-AA0F-23EE-998C-FCAA9D860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4786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6F6CBD-FC90-8B64-00BC-95EBE6BB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0681F0A-DA98-4CFC-0559-B46BF053D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AFF47EC-1AF8-6806-99F6-05CE191AF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53C8F4C-B189-C61F-DAF5-F53C6FCC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C946A7C-4F8F-AE81-FA53-8BA60444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CBEADE-327E-96AD-232B-61186B09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5887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9D03D-58EE-72CA-B546-C25211216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8921B-30FB-3207-B9D7-92C47CF49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50FBD8-58D4-61E7-9FFD-24223000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D37B4C-10E3-550E-5BAE-FFDCFA93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894673-6DB0-D554-5669-171762B2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7740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7E26A86-C483-0A60-71A8-21D848B5F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359651D-3CE3-E1B6-DC7A-C42784F29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E1CA36-3AB1-9F02-FF66-D9AB7E54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A50103-B040-9A98-C7FF-29AD735F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2A6C7A-A793-E0DE-6001-BE17229E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0689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0BD5E27-5AA3-8276-8C9B-95172DED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766018C-4F6F-0B3D-AA61-94A9B0961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441168-6464-3199-BF24-15F59F2A2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1B848-99C2-4866-ADCE-241E68C3821A}" type="datetimeFigureOut">
              <a:rPr lang="it-CH" smtClean="0"/>
              <a:t>09.03.2026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DE6FCB-D555-1833-D5C9-82DE0CC83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4AF25B-7752-50C3-EA9E-D5FB7D757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27A07-8A49-498E-822B-C82F62DB66BA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73292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2B0A19-FA77-E503-943D-14E7DEE1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Lavori di gruppo – Mondi del Lavoro 2026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95545A3-6F7F-2719-0D9C-EE435540C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353580"/>
              </p:ext>
            </p:extLst>
          </p:nvPr>
        </p:nvGraphicFramePr>
        <p:xfrm>
          <a:off x="838200" y="1825625"/>
          <a:ext cx="10515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524883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43514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GRUPPO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NOMI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782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Nina </a:t>
                      </a:r>
                      <a:r>
                        <a:rPr lang="it-CH" dirty="0" err="1"/>
                        <a:t>Mohari</a:t>
                      </a:r>
                      <a:r>
                        <a:rPr lang="it-CH" dirty="0"/>
                        <a:t>, Melanie Maurer, Alissa </a:t>
                      </a:r>
                      <a:r>
                        <a:rPr lang="it-CH" dirty="0" err="1"/>
                        <a:t>Massaini</a:t>
                      </a:r>
                      <a:r>
                        <a:rPr lang="it-CH" dirty="0"/>
                        <a:t>, Alan </a:t>
                      </a:r>
                      <a:r>
                        <a:rPr lang="it-CH" dirty="0" err="1"/>
                        <a:t>Papatola</a:t>
                      </a:r>
                      <a:endParaRPr lang="it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087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Morgana Mobilio, Enrico </a:t>
                      </a:r>
                      <a:r>
                        <a:rPr lang="it-CH" dirty="0" err="1"/>
                        <a:t>Michalopulos</a:t>
                      </a:r>
                      <a:r>
                        <a:rPr lang="it-CH" dirty="0"/>
                        <a:t>, Sofia Masi, Chiara Manini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Medina </a:t>
                      </a:r>
                      <a:r>
                        <a:rPr lang="it-CH" dirty="0" err="1"/>
                        <a:t>Osmanovic</a:t>
                      </a:r>
                      <a:r>
                        <a:rPr lang="it-CH" dirty="0"/>
                        <a:t>, Gioele Margiotta, Nicola Rossini, </a:t>
                      </a:r>
                      <a:r>
                        <a:rPr lang="it-CH" dirty="0" err="1"/>
                        <a:t>Gionathan</a:t>
                      </a:r>
                      <a:r>
                        <a:rPr lang="it-CH" dirty="0"/>
                        <a:t> Bertini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972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Miro Piazzoli, </a:t>
                      </a:r>
                      <a:r>
                        <a:rPr lang="it-CH" dirty="0" err="1"/>
                        <a:t>Mireya</a:t>
                      </a:r>
                      <a:r>
                        <a:rPr lang="it-CH" dirty="0"/>
                        <a:t> Guarino, Andrea </a:t>
                      </a:r>
                      <a:r>
                        <a:rPr lang="it-CH" dirty="0" err="1"/>
                        <a:t>Martinovic</a:t>
                      </a:r>
                      <a:r>
                        <a:rPr lang="it-CH" dirty="0"/>
                        <a:t>, Rebecca Mulé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32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dirty="0"/>
                        <a:t>Sofia Lollo, Pamela Pozzi, Francesca </a:t>
                      </a:r>
                      <a:r>
                        <a:rPr lang="it-CH"/>
                        <a:t>Nussio</a:t>
                      </a:r>
                      <a:endParaRPr lang="it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9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12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Lavori di gruppo – Mondi del Lavoro 2026</vt:lpstr>
    </vt:vector>
  </TitlesOfParts>
  <Company>SUPSI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Galfetti Oliver</dc:creator>
  <cp:lastModifiedBy>Galfetti Oliver</cp:lastModifiedBy>
  <cp:revision>1</cp:revision>
  <dcterms:created xsi:type="dcterms:W3CDTF">2026-03-02T11:21:51Z</dcterms:created>
  <dcterms:modified xsi:type="dcterms:W3CDTF">2026-03-09T09:56:06Z</dcterms:modified>
</cp:coreProperties>
</file>