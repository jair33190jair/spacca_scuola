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14"/>
  </p:notesMasterIdLst>
  <p:handoutMasterIdLst>
    <p:handoutMasterId r:id="rId15"/>
  </p:handoutMasterIdLst>
  <p:sldIdLst>
    <p:sldId id="263" r:id="rId2"/>
    <p:sldId id="298" r:id="rId3"/>
    <p:sldId id="297" r:id="rId4"/>
    <p:sldId id="311" r:id="rId5"/>
    <p:sldId id="331" r:id="rId6"/>
    <p:sldId id="328" r:id="rId7"/>
    <p:sldId id="330" r:id="rId8"/>
    <p:sldId id="327" r:id="rId9"/>
    <p:sldId id="332" r:id="rId10"/>
    <p:sldId id="333" r:id="rId11"/>
    <p:sldId id="334" r:id="rId12"/>
    <p:sldId id="335" r:id="rId13"/>
  </p:sldIdLst>
  <p:sldSz cx="9144000" cy="6858000" type="screen4x3"/>
  <p:notesSz cx="6797675" cy="9926638"/>
  <p:defaultTextStyle>
    <a:defPPr>
      <a:defRPr lang="it-IT"/>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2BCFA-3733-4DCD-B938-11349A2862B7}" v="12" dt="2026-02-20T14:12:07.963"/>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431" autoAdjust="0"/>
  </p:normalViewPr>
  <p:slideViewPr>
    <p:cSldViewPr>
      <p:cViewPr varScale="1">
        <p:scale>
          <a:sx n="70" d="100"/>
          <a:sy n="70" d="100"/>
        </p:scale>
        <p:origin x="1204" y="52"/>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5659" cy="496332"/>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it-IT"/>
          </a:p>
        </p:txBody>
      </p:sp>
      <p:sp>
        <p:nvSpPr>
          <p:cNvPr id="3" name="Segnaposto data 2"/>
          <p:cNvSpPr>
            <a:spLocks noGrp="1"/>
          </p:cNvSpPr>
          <p:nvPr>
            <p:ph type="dt" sz="quarter"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D129D914-0B39-4C17-9E2B-0F3BEAA2B758}" type="datetime1">
              <a:rPr lang="it-IT" altLang="it-CH"/>
              <a:pPr/>
              <a:t>02/03/2026</a:t>
            </a:fld>
            <a:endParaRPr lang="it-IT" altLang="it-CH"/>
          </a:p>
        </p:txBody>
      </p:sp>
      <p:sp>
        <p:nvSpPr>
          <p:cNvPr id="4" name="Segnaposto piè di pagina 3"/>
          <p:cNvSpPr>
            <a:spLocks noGrp="1"/>
          </p:cNvSpPr>
          <p:nvPr>
            <p:ph type="ftr" sz="quarter" idx="2"/>
          </p:nvPr>
        </p:nvSpPr>
        <p:spPr>
          <a:xfrm>
            <a:off x="0" y="9428583"/>
            <a:ext cx="2945659" cy="496332"/>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it-IT"/>
          </a:p>
        </p:txBody>
      </p:sp>
      <p:sp>
        <p:nvSpPr>
          <p:cNvPr id="5" name="Segnaposto numero diapositiva 4"/>
          <p:cNvSpPr>
            <a:spLocks noGrp="1"/>
          </p:cNvSpPr>
          <p:nvPr>
            <p:ph type="sldNum" sz="quarter" idx="3"/>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5385738-1E04-4B85-A1C6-26864BF6CDEE}" type="slidenum">
              <a:rPr lang="it-IT" altLang="it-CH"/>
              <a:pPr/>
              <a:t>‹N›</a:t>
            </a:fld>
            <a:endParaRPr lang="it-IT" altLang="it-CH"/>
          </a:p>
        </p:txBody>
      </p:sp>
    </p:spTree>
    <p:extLst>
      <p:ext uri="{BB962C8B-B14F-4D97-AF65-F5344CB8AC3E}">
        <p14:creationId xmlns:p14="http://schemas.microsoft.com/office/powerpoint/2010/main" val="22185399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it-IT"/>
          </a:p>
        </p:txBody>
      </p:sp>
      <p:sp>
        <p:nvSpPr>
          <p:cNvPr id="7171" name="Rectangle 3"/>
          <p:cNvSpPr>
            <a:spLocks noGrp="1" noChangeArrowheads="1"/>
          </p:cNvSpPr>
          <p:nvPr>
            <p:ph type="dt"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it-IT"/>
          </a:p>
        </p:txBody>
      </p:sp>
      <p:sp>
        <p:nvSpPr>
          <p:cNvPr id="1536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173" name="Rectangle 5"/>
          <p:cNvSpPr>
            <a:spLocks noGrp="1" noChangeArrowheads="1"/>
          </p:cNvSpPr>
          <p:nvPr>
            <p:ph type="body" sz="quarter" idx="3"/>
          </p:nvPr>
        </p:nvSpPr>
        <p:spPr bwMode="auto">
          <a:xfrm>
            <a:off x="679768" y="4715153"/>
            <a:ext cx="543814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it-IT" noProof="0"/>
              <a:t>Click to edit Master text styles</a:t>
            </a:r>
          </a:p>
          <a:p>
            <a:pPr lvl="1"/>
            <a:r>
              <a:rPr lang="it-IT" noProof="0"/>
              <a:t>Second level</a:t>
            </a:r>
          </a:p>
          <a:p>
            <a:pPr lvl="2"/>
            <a:r>
              <a:rPr lang="it-IT" noProof="0"/>
              <a:t>Third level</a:t>
            </a:r>
          </a:p>
          <a:p>
            <a:pPr lvl="3"/>
            <a:r>
              <a:rPr lang="it-IT" noProof="0"/>
              <a:t>Fourth level</a:t>
            </a:r>
          </a:p>
          <a:p>
            <a:pPr lvl="4"/>
            <a:r>
              <a:rPr lang="it-IT" noProof="0"/>
              <a:t>Fifth level</a:t>
            </a:r>
          </a:p>
        </p:txBody>
      </p:sp>
      <p:sp>
        <p:nvSpPr>
          <p:cNvPr id="7174" name="Rectangle 6"/>
          <p:cNvSpPr>
            <a:spLocks noGrp="1" noChangeArrowheads="1"/>
          </p:cNvSpPr>
          <p:nvPr>
            <p:ph type="ftr" sz="quarter" idx="4"/>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it-IT"/>
          </a:p>
        </p:txBody>
      </p:sp>
      <p:sp>
        <p:nvSpPr>
          <p:cNvPr id="7175" name="Rectangle 7"/>
          <p:cNvSpPr>
            <a:spLocks noGrp="1" noChangeArrowheads="1"/>
          </p:cNvSpPr>
          <p:nvPr>
            <p:ph type="sldNum" sz="quarter" idx="5"/>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FDBBFEC-49EA-4A44-A157-BBED27DC7A80}" type="slidenum">
              <a:rPr lang="it-IT" altLang="it-CH"/>
              <a:pPr/>
              <a:t>‹N›</a:t>
            </a:fld>
            <a:endParaRPr lang="it-IT" altLang="it-CH"/>
          </a:p>
        </p:txBody>
      </p:sp>
    </p:spTree>
    <p:extLst>
      <p:ext uri="{BB962C8B-B14F-4D97-AF65-F5344CB8AC3E}">
        <p14:creationId xmlns:p14="http://schemas.microsoft.com/office/powerpoint/2010/main" val="194587747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12" charset="0"/>
        <a:ea typeface="MS PGothic" panose="020B0600070205080204" pitchFamily="34"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pitchFamily="-112"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pitchFamily="-112"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pitchFamily="-112"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CH"/>
          </a:p>
        </p:txBody>
      </p:sp>
      <p:sp>
        <p:nvSpPr>
          <p:cNvPr id="4" name="Segnaposto numero diapositiva 3"/>
          <p:cNvSpPr>
            <a:spLocks noGrp="1"/>
          </p:cNvSpPr>
          <p:nvPr>
            <p:ph type="sldNum" sz="quarter" idx="10"/>
          </p:nvPr>
        </p:nvSpPr>
        <p:spPr/>
        <p:txBody>
          <a:bodyPr/>
          <a:lstStyle/>
          <a:p>
            <a:fld id="{8FDBBFEC-49EA-4A44-A157-BBED27DC7A80}" type="slidenum">
              <a:rPr lang="it-IT" altLang="it-CH" smtClean="0"/>
              <a:pPr/>
              <a:t>1</a:t>
            </a:fld>
            <a:endParaRPr lang="it-IT" altLang="it-CH"/>
          </a:p>
        </p:txBody>
      </p:sp>
    </p:spTree>
    <p:extLst>
      <p:ext uri="{BB962C8B-B14F-4D97-AF65-F5344CB8AC3E}">
        <p14:creationId xmlns:p14="http://schemas.microsoft.com/office/powerpoint/2010/main" val="4291227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A0187-D740-F46A-B298-0FE822CAC45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A5FEEC3-B782-7A19-B39D-C51FD7815B2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C4A0200-A0A7-7AB2-C07A-89BD70697878}"/>
              </a:ext>
            </a:extLst>
          </p:cNvPr>
          <p:cNvSpPr>
            <a:spLocks noGrp="1"/>
          </p:cNvSpPr>
          <p:nvPr>
            <p:ph type="body" idx="1"/>
          </p:nvPr>
        </p:nvSpPr>
        <p:spPr/>
        <p:txBody>
          <a:bodyPr/>
          <a:lstStyle/>
          <a:p>
            <a:endParaRPr lang="it-CH"/>
          </a:p>
        </p:txBody>
      </p:sp>
      <p:sp>
        <p:nvSpPr>
          <p:cNvPr id="4" name="Segnaposto numero diapositiva 3">
            <a:extLst>
              <a:ext uri="{FF2B5EF4-FFF2-40B4-BE49-F238E27FC236}">
                <a16:creationId xmlns:a16="http://schemas.microsoft.com/office/drawing/2014/main" id="{403A57F9-7BB2-07AF-DAAA-752EA710B3B8}"/>
              </a:ext>
            </a:extLst>
          </p:cNvPr>
          <p:cNvSpPr>
            <a:spLocks noGrp="1"/>
          </p:cNvSpPr>
          <p:nvPr>
            <p:ph type="sldNum" sz="quarter" idx="10"/>
          </p:nvPr>
        </p:nvSpPr>
        <p:spPr/>
        <p:txBody>
          <a:bodyPr/>
          <a:lstStyle/>
          <a:p>
            <a:fld id="{8FDBBFEC-49EA-4A44-A157-BBED27DC7A80}" type="slidenum">
              <a:rPr lang="it-IT" altLang="it-CH" smtClean="0"/>
              <a:pPr/>
              <a:t>5</a:t>
            </a:fld>
            <a:endParaRPr lang="it-IT" altLang="it-CH"/>
          </a:p>
        </p:txBody>
      </p:sp>
    </p:spTree>
    <p:extLst>
      <p:ext uri="{BB962C8B-B14F-4D97-AF65-F5344CB8AC3E}">
        <p14:creationId xmlns:p14="http://schemas.microsoft.com/office/powerpoint/2010/main" val="1555011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egnaposto immagine diapositiva 1"/>
          <p:cNvSpPr>
            <a:spLocks noGrp="1" noRot="1" noChangeAspect="1" noTextEdit="1"/>
          </p:cNvSpPr>
          <p:nvPr>
            <p:ph type="sldImg"/>
          </p:nvPr>
        </p:nvSpPr>
        <p:spPr>
          <a:ln/>
        </p:spPr>
      </p:sp>
      <p:sp>
        <p:nvSpPr>
          <p:cNvPr id="2457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CH" altLang="it-CH" dirty="0">
              <a:latin typeface="Arial" panose="020B0604020202020204" pitchFamily="34" charset="0"/>
              <a:ea typeface="ＭＳ Ｐゴシック" panose="020B0600070205080204" pitchFamily="34" charset="-128"/>
            </a:endParaRPr>
          </a:p>
        </p:txBody>
      </p:sp>
      <p:sp>
        <p:nvSpPr>
          <p:cNvPr id="2458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7636" indent="-287308">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9232" indent="-228577">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9560" indent="-228577">
              <a:spcBef>
                <a:spcPct val="30000"/>
              </a:spcBef>
              <a:defRPr sz="1200">
                <a:solidFill>
                  <a:schemeClr val="tx1"/>
                </a:solidFill>
                <a:latin typeface="Arial" panose="020B0604020202020204" pitchFamily="34" charset="0"/>
                <a:ea typeface="ＭＳ Ｐゴシック" panose="020B0600070205080204" pitchFamily="34" charset="-128"/>
              </a:defRPr>
            </a:lvl4pPr>
            <a:lvl5pPr marL="2069887" indent="-228577">
              <a:spcBef>
                <a:spcPct val="30000"/>
              </a:spcBef>
              <a:defRPr sz="1200">
                <a:solidFill>
                  <a:schemeClr val="tx1"/>
                </a:solidFill>
                <a:latin typeface="Arial" panose="020B0604020202020204" pitchFamily="34" charset="0"/>
                <a:ea typeface="ＭＳ Ｐゴシック" panose="020B0600070205080204" pitchFamily="34" charset="-128"/>
              </a:defRPr>
            </a:lvl5pPr>
            <a:lvl6pPr marL="2527040"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84193"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41346"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98499"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EB488D-E2FA-4283-B515-084394A93E08}" type="slidenum">
              <a:rPr kumimoji="0" lang="it-IT" altLang="it-CH"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it-IT" altLang="it-CH"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47838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egnaposto immagine diapositiva 1"/>
          <p:cNvSpPr>
            <a:spLocks noGrp="1" noRot="1" noChangeAspect="1" noTextEdit="1"/>
          </p:cNvSpPr>
          <p:nvPr>
            <p:ph type="sldImg"/>
          </p:nvPr>
        </p:nvSpPr>
        <p:spPr>
          <a:ln/>
        </p:spPr>
      </p:sp>
      <p:sp>
        <p:nvSpPr>
          <p:cNvPr id="2457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CH" altLang="it-CH" dirty="0">
                <a:latin typeface="Arial" panose="020B0604020202020204" pitchFamily="34" charset="0"/>
                <a:ea typeface="ＭＳ Ｐゴシック" panose="020B0600070205080204" pitchFamily="34" charset="-128"/>
              </a:rPr>
              <a:t>Estratto dal testo Burri et al, 2024, pp. 58-61</a:t>
            </a:r>
          </a:p>
        </p:txBody>
      </p:sp>
      <p:sp>
        <p:nvSpPr>
          <p:cNvPr id="2458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7636" indent="-287308">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9232" indent="-228577">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9560" indent="-228577">
              <a:spcBef>
                <a:spcPct val="30000"/>
              </a:spcBef>
              <a:defRPr sz="1200">
                <a:solidFill>
                  <a:schemeClr val="tx1"/>
                </a:solidFill>
                <a:latin typeface="Arial" panose="020B0604020202020204" pitchFamily="34" charset="0"/>
                <a:ea typeface="ＭＳ Ｐゴシック" panose="020B0600070205080204" pitchFamily="34" charset="-128"/>
              </a:defRPr>
            </a:lvl4pPr>
            <a:lvl5pPr marL="2069887" indent="-228577">
              <a:spcBef>
                <a:spcPct val="30000"/>
              </a:spcBef>
              <a:defRPr sz="1200">
                <a:solidFill>
                  <a:schemeClr val="tx1"/>
                </a:solidFill>
                <a:latin typeface="Arial" panose="020B0604020202020204" pitchFamily="34" charset="0"/>
                <a:ea typeface="ＭＳ Ｐゴシック" panose="020B0600070205080204" pitchFamily="34" charset="-128"/>
              </a:defRPr>
            </a:lvl5pPr>
            <a:lvl6pPr marL="2527040"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84193"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41346"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98499"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EB488D-E2FA-4283-B515-084394A93E08}" type="slidenum">
              <a:rPr kumimoji="0" lang="it-IT" altLang="it-CH"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it-IT" altLang="it-CH"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1073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egnaposto immagine diapositiva 1"/>
          <p:cNvSpPr>
            <a:spLocks noGrp="1" noRot="1" noChangeAspect="1" noTextEdit="1"/>
          </p:cNvSpPr>
          <p:nvPr>
            <p:ph type="sldImg"/>
          </p:nvPr>
        </p:nvSpPr>
        <p:spPr>
          <a:ln/>
        </p:spPr>
      </p:sp>
      <p:sp>
        <p:nvSpPr>
          <p:cNvPr id="2457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CH" altLang="it-CH">
              <a:latin typeface="Arial" panose="020B0604020202020204" pitchFamily="34" charset="0"/>
              <a:ea typeface="ＭＳ Ｐゴシック" panose="020B0600070205080204" pitchFamily="34" charset="-128"/>
            </a:endParaRPr>
          </a:p>
        </p:txBody>
      </p:sp>
      <p:sp>
        <p:nvSpPr>
          <p:cNvPr id="2458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7636" indent="-287308">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9232" indent="-228577">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9560" indent="-228577">
              <a:spcBef>
                <a:spcPct val="30000"/>
              </a:spcBef>
              <a:defRPr sz="1200">
                <a:solidFill>
                  <a:schemeClr val="tx1"/>
                </a:solidFill>
                <a:latin typeface="Arial" panose="020B0604020202020204" pitchFamily="34" charset="0"/>
                <a:ea typeface="ＭＳ Ｐゴシック" panose="020B0600070205080204" pitchFamily="34" charset="-128"/>
              </a:defRPr>
            </a:lvl4pPr>
            <a:lvl5pPr marL="2069887" indent="-228577">
              <a:spcBef>
                <a:spcPct val="30000"/>
              </a:spcBef>
              <a:defRPr sz="1200">
                <a:solidFill>
                  <a:schemeClr val="tx1"/>
                </a:solidFill>
                <a:latin typeface="Arial" panose="020B0604020202020204" pitchFamily="34" charset="0"/>
                <a:ea typeface="ＭＳ Ｐゴシック" panose="020B0600070205080204" pitchFamily="34" charset="-128"/>
              </a:defRPr>
            </a:lvl5pPr>
            <a:lvl6pPr marL="2527040"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84193"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41346"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98499" indent="-228577"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EB488D-E2FA-4283-B515-084394A93E08}" type="slidenum">
              <a:rPr kumimoji="0" lang="it-IT" altLang="it-CH"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it-IT" altLang="it-CH"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26739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5" name="Rettangolo 4"/>
          <p:cNvSpPr/>
          <p:nvPr/>
        </p:nvSpPr>
        <p:spPr>
          <a:xfrm>
            <a:off x="0" y="0"/>
            <a:ext cx="9144000" cy="17526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it-IT">
              <a:solidFill>
                <a:srgbClr val="FFFFFF"/>
              </a:solidFill>
            </a:endParaRPr>
          </a:p>
        </p:txBody>
      </p:sp>
      <p:pic>
        <p:nvPicPr>
          <p:cNvPr id="6" name="Immagine 9" descr="140925 DEASS_PowerPoint_Pagina_1.bmp"/>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8925" y="185738"/>
            <a:ext cx="6565900" cy="158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2" name="Rectangle 2"/>
          <p:cNvSpPr>
            <a:spLocks noGrp="1" noChangeArrowheads="1"/>
          </p:cNvSpPr>
          <p:nvPr>
            <p:ph type="ctrTitle"/>
          </p:nvPr>
        </p:nvSpPr>
        <p:spPr>
          <a:xfrm>
            <a:off x="323850" y="1773238"/>
            <a:ext cx="8496300" cy="1584325"/>
          </a:xfrm>
        </p:spPr>
        <p:txBody>
          <a:bodyPr/>
          <a:lstStyle>
            <a:lvl1pPr>
              <a:defRPr sz="4800"/>
            </a:lvl1pPr>
          </a:lstStyle>
          <a:p>
            <a:r>
              <a:rPr lang="it-IT"/>
              <a:t>Fare clic per modificare lo stile del titolo</a:t>
            </a:r>
          </a:p>
        </p:txBody>
      </p:sp>
      <p:sp>
        <p:nvSpPr>
          <p:cNvPr id="5123" name="Rectangle 3"/>
          <p:cNvSpPr>
            <a:spLocks noGrp="1" noChangeArrowheads="1"/>
          </p:cNvSpPr>
          <p:nvPr>
            <p:ph type="subTitle" idx="1"/>
          </p:nvPr>
        </p:nvSpPr>
        <p:spPr>
          <a:xfrm>
            <a:off x="323850" y="3357563"/>
            <a:ext cx="8496300" cy="1900237"/>
          </a:xfrm>
        </p:spPr>
        <p:txBody>
          <a:bodyPr/>
          <a:lstStyle>
            <a:lvl1pPr marL="0" indent="0">
              <a:buFontTx/>
              <a:buNone/>
              <a:defRPr/>
            </a:lvl1pPr>
          </a:lstStyle>
          <a:p>
            <a:r>
              <a:rPr lang="it-IT"/>
              <a:t>Fare clic per modificare lo stile del sottotitolo dello schema</a:t>
            </a:r>
            <a:endParaRPr lang="it-IT" dirty="0"/>
          </a:p>
        </p:txBody>
      </p:sp>
      <p:sp>
        <p:nvSpPr>
          <p:cNvPr id="13" name="Segnaposto testo 12"/>
          <p:cNvSpPr>
            <a:spLocks noGrp="1"/>
          </p:cNvSpPr>
          <p:nvPr>
            <p:ph type="body" sz="quarter" idx="13"/>
          </p:nvPr>
        </p:nvSpPr>
        <p:spPr>
          <a:xfrm>
            <a:off x="326931" y="5371908"/>
            <a:ext cx="8497183" cy="952691"/>
          </a:xfrm>
        </p:spPr>
        <p:txBody>
          <a:bodyPr/>
          <a:lstStyle>
            <a:lvl1pPr algn="l">
              <a:buNone/>
              <a:defRPr sz="1800"/>
            </a:lvl1pPr>
          </a:lstStyle>
          <a:p>
            <a:pPr lvl="0"/>
            <a:r>
              <a:rPr lang="it-IT"/>
              <a:t>Modifica gli stili del testo dello schema</a:t>
            </a:r>
          </a:p>
        </p:txBody>
      </p:sp>
      <p:sp>
        <p:nvSpPr>
          <p:cNvPr id="7" name="Rectangle 4"/>
          <p:cNvSpPr>
            <a:spLocks noGrp="1" noChangeArrowheads="1"/>
          </p:cNvSpPr>
          <p:nvPr>
            <p:ph type="dt" sz="half" idx="14"/>
          </p:nvPr>
        </p:nvSpPr>
        <p:spPr>
          <a:xfrm>
            <a:off x="323850" y="6454775"/>
            <a:ext cx="2133600" cy="403225"/>
          </a:xfrm>
        </p:spPr>
        <p:txBody>
          <a:bodyPr/>
          <a:lstStyle>
            <a:lvl1pPr>
              <a:defRPr/>
            </a:lvl1pPr>
          </a:lstStyle>
          <a:p>
            <a:fld id="{492B2C80-6A95-4C40-87FA-B874B2A8153B}" type="datetime1">
              <a:rPr lang="it-IT" altLang="it-CH"/>
              <a:pPr/>
              <a:t>02/03/2026</a:t>
            </a:fld>
            <a:endParaRPr lang="it-IT" altLang="it-CH"/>
          </a:p>
        </p:txBody>
      </p:sp>
      <p:sp>
        <p:nvSpPr>
          <p:cNvPr id="8" name="Rectangle 5"/>
          <p:cNvSpPr>
            <a:spLocks noGrp="1" noChangeArrowheads="1"/>
          </p:cNvSpPr>
          <p:nvPr>
            <p:ph type="ftr" sz="quarter" idx="15"/>
          </p:nvPr>
        </p:nvSpPr>
        <p:spPr>
          <a:xfrm>
            <a:off x="2484438" y="6454775"/>
            <a:ext cx="6335712" cy="403225"/>
          </a:xfrm>
        </p:spPr>
        <p:txBody>
          <a:bodyPr/>
          <a:lstStyle>
            <a:lvl1pPr>
              <a:defRPr/>
            </a:lvl1pPr>
          </a:lstStyle>
          <a:p>
            <a:pPr>
              <a:defRPr/>
            </a:pPr>
            <a:endParaRPr lang="it-IT"/>
          </a:p>
        </p:txBody>
      </p:sp>
      <p:sp>
        <p:nvSpPr>
          <p:cNvPr id="9" name="Rectangle 6"/>
          <p:cNvSpPr>
            <a:spLocks noGrp="1" noChangeArrowheads="1"/>
          </p:cNvSpPr>
          <p:nvPr>
            <p:ph type="sldNum" sz="quarter" idx="16"/>
          </p:nvPr>
        </p:nvSpPr>
        <p:spPr/>
        <p:txBody>
          <a:bodyPr/>
          <a:lstStyle>
            <a:lvl1pPr>
              <a:defRPr/>
            </a:lvl1pPr>
          </a:lstStyle>
          <a:p>
            <a:fld id="{E616BFC5-CB45-4248-A8B9-5DDBADF2CA13}" type="slidenum">
              <a:rPr lang="it-IT" altLang="it-CH"/>
              <a:pPr/>
              <a:t>‹N›</a:t>
            </a:fld>
            <a:endParaRPr lang="it-IT" altLang="it-CH"/>
          </a:p>
        </p:txBody>
      </p:sp>
    </p:spTree>
    <p:extLst>
      <p:ext uri="{BB962C8B-B14F-4D97-AF65-F5344CB8AC3E}">
        <p14:creationId xmlns:p14="http://schemas.microsoft.com/office/powerpoint/2010/main" val="1979555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400"/>
            </a:lvl1pPr>
          </a:lstStyle>
          <a:p>
            <a:r>
              <a:rPr lang="it-IT"/>
              <a:t>Fare clic per modificare lo stile del titolo</a:t>
            </a:r>
            <a:endParaRPr lang="it-IT" dirty="0"/>
          </a:p>
        </p:txBody>
      </p:sp>
      <p:sp>
        <p:nvSpPr>
          <p:cNvPr id="3" name="Segnaposto contenuto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Rectangle 4"/>
          <p:cNvSpPr>
            <a:spLocks noGrp="1" noChangeArrowheads="1"/>
          </p:cNvSpPr>
          <p:nvPr>
            <p:ph type="dt" sz="half" idx="10"/>
          </p:nvPr>
        </p:nvSpPr>
        <p:spPr>
          <a:ln/>
        </p:spPr>
        <p:txBody>
          <a:bodyPr/>
          <a:lstStyle>
            <a:lvl1pPr>
              <a:defRPr/>
            </a:lvl1pPr>
          </a:lstStyle>
          <a:p>
            <a:fld id="{B105E352-5877-41C0-AF8D-976409EC7F47}" type="datetime1">
              <a:rPr lang="it-IT" altLang="it-CH"/>
              <a:pPr/>
              <a:t>02/03/2026</a:t>
            </a:fld>
            <a:endParaRPr lang="it-IT" altLang="it-CH"/>
          </a:p>
        </p:txBody>
      </p:sp>
      <p:sp>
        <p:nvSpPr>
          <p:cNvPr id="5" name="Rectangle 5"/>
          <p:cNvSpPr>
            <a:spLocks noGrp="1" noChangeArrowheads="1"/>
          </p:cNvSpPr>
          <p:nvPr>
            <p:ph type="ftr" sz="quarter" idx="11"/>
          </p:nvPr>
        </p:nvSpPr>
        <p:spPr>
          <a:ln/>
        </p:spPr>
        <p:txBody>
          <a:bodyPr/>
          <a:lstStyle>
            <a:lvl1pPr>
              <a:defRPr/>
            </a:lvl1pPr>
          </a:lstStyle>
          <a:p>
            <a:pPr>
              <a:defRPr/>
            </a:pPr>
            <a:endParaRPr lang="it-IT"/>
          </a:p>
        </p:txBody>
      </p:sp>
      <p:sp>
        <p:nvSpPr>
          <p:cNvPr id="6" name="Rectangle 6"/>
          <p:cNvSpPr>
            <a:spLocks noGrp="1" noChangeArrowheads="1"/>
          </p:cNvSpPr>
          <p:nvPr>
            <p:ph type="sldNum" sz="quarter" idx="12"/>
          </p:nvPr>
        </p:nvSpPr>
        <p:spPr>
          <a:ln/>
        </p:spPr>
        <p:txBody>
          <a:bodyPr/>
          <a:lstStyle>
            <a:lvl1pPr>
              <a:defRPr/>
            </a:lvl1pPr>
          </a:lstStyle>
          <a:p>
            <a:fld id="{D23F5EF8-5760-46B8-83F8-3AD7AF70226D}" type="slidenum">
              <a:rPr lang="it-IT" altLang="it-CH"/>
              <a:pPr/>
              <a:t>‹N›</a:t>
            </a:fld>
            <a:endParaRPr lang="it-IT" altLang="it-CH"/>
          </a:p>
        </p:txBody>
      </p:sp>
    </p:spTree>
    <p:extLst>
      <p:ext uri="{BB962C8B-B14F-4D97-AF65-F5344CB8AC3E}">
        <p14:creationId xmlns:p14="http://schemas.microsoft.com/office/powerpoint/2010/main" val="2078317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uto 2">
    <p:spTree>
      <p:nvGrpSpPr>
        <p:cNvPr id="1" name=""/>
        <p:cNvGrpSpPr/>
        <p:nvPr/>
      </p:nvGrpSpPr>
      <p:grpSpPr>
        <a:xfrm>
          <a:off x="0" y="0"/>
          <a:ext cx="0" cy="0"/>
          <a:chOff x="0" y="0"/>
          <a:chExt cx="0" cy="0"/>
        </a:xfrm>
      </p:grpSpPr>
      <p:sp>
        <p:nvSpPr>
          <p:cNvPr id="3" name="Segnaposto contenuto 2"/>
          <p:cNvSpPr>
            <a:spLocks noGrp="1"/>
          </p:cNvSpPr>
          <p:nvPr>
            <p:ph sz="half" idx="1"/>
          </p:nvPr>
        </p:nvSpPr>
        <p:spPr>
          <a:xfrm>
            <a:off x="323850" y="1916113"/>
            <a:ext cx="4171950" cy="4321175"/>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Segnaposto contenuto 3"/>
          <p:cNvSpPr>
            <a:spLocks noGrp="1"/>
          </p:cNvSpPr>
          <p:nvPr>
            <p:ph sz="half" idx="2"/>
          </p:nvPr>
        </p:nvSpPr>
        <p:spPr>
          <a:xfrm>
            <a:off x="4648200" y="1916113"/>
            <a:ext cx="4171950" cy="4321175"/>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8" name="Segnaposto data 7"/>
          <p:cNvSpPr>
            <a:spLocks noGrp="1"/>
          </p:cNvSpPr>
          <p:nvPr>
            <p:ph type="dt" sz="half" idx="10"/>
          </p:nvPr>
        </p:nvSpPr>
        <p:spPr/>
        <p:txBody>
          <a:bodyPr/>
          <a:lstStyle/>
          <a:p>
            <a:fld id="{3C8B2070-B6EF-4CEB-96FF-867F799D513A}" type="datetime1">
              <a:rPr lang="it-IT" altLang="it-CH" smtClean="0"/>
              <a:pPr/>
              <a:t>02/03/2026</a:t>
            </a:fld>
            <a:endParaRPr lang="it-IT" altLang="it-CH"/>
          </a:p>
        </p:txBody>
      </p:sp>
      <p:sp>
        <p:nvSpPr>
          <p:cNvPr id="9" name="Segnaposto piè di pagina 8"/>
          <p:cNvSpPr>
            <a:spLocks noGrp="1"/>
          </p:cNvSpPr>
          <p:nvPr>
            <p:ph type="ftr" sz="quarter" idx="11"/>
          </p:nvPr>
        </p:nvSpPr>
        <p:spPr/>
        <p:txBody>
          <a:bodyPr/>
          <a:lstStyle/>
          <a:p>
            <a:pPr>
              <a:defRPr/>
            </a:pPr>
            <a:endParaRPr lang="it-IT"/>
          </a:p>
        </p:txBody>
      </p:sp>
      <p:sp>
        <p:nvSpPr>
          <p:cNvPr id="10" name="Segnaposto numero diapositiva 9"/>
          <p:cNvSpPr>
            <a:spLocks noGrp="1"/>
          </p:cNvSpPr>
          <p:nvPr>
            <p:ph type="sldNum" sz="quarter" idx="12"/>
          </p:nvPr>
        </p:nvSpPr>
        <p:spPr/>
        <p:txBody>
          <a:bodyPr/>
          <a:lstStyle/>
          <a:p>
            <a:fld id="{89DEE9E2-1F74-434E-91AC-2CE158EBDC3E}" type="slidenum">
              <a:rPr lang="it-IT" altLang="it-CH" smtClean="0"/>
              <a:pPr/>
              <a:t>‹N›</a:t>
            </a:fld>
            <a:endParaRPr lang="it-IT" altLang="it-CH"/>
          </a:p>
        </p:txBody>
      </p:sp>
      <p:sp>
        <p:nvSpPr>
          <p:cNvPr id="11" name="Titolo 10"/>
          <p:cNvSpPr>
            <a:spLocks noGrp="1"/>
          </p:cNvSpPr>
          <p:nvPr>
            <p:ph type="title"/>
          </p:nvPr>
        </p:nvSpPr>
        <p:spPr/>
        <p:txBody>
          <a:bodyPr/>
          <a:lstStyle/>
          <a:p>
            <a:r>
              <a:rPr lang="it-IT"/>
              <a:t>Fare clic per modificare lo stile del titolo</a:t>
            </a:r>
            <a:endParaRPr lang="it-CH"/>
          </a:p>
        </p:txBody>
      </p:sp>
    </p:spTree>
    <p:extLst>
      <p:ext uri="{BB962C8B-B14F-4D97-AF65-F5344CB8AC3E}">
        <p14:creationId xmlns:p14="http://schemas.microsoft.com/office/powerpoint/2010/main" val="620890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304800" y="1126800"/>
            <a:ext cx="8534400" cy="579438"/>
          </a:xfrm>
        </p:spPr>
        <p:txBody>
          <a:bodyPr/>
          <a:lstStyle>
            <a:lvl1pPr>
              <a:defRPr sz="2400"/>
            </a:lvl1pPr>
          </a:lstStyle>
          <a:p>
            <a:r>
              <a:rPr lang="it-IT"/>
              <a:t>Fare clic per modificare lo stile del titolo</a:t>
            </a:r>
            <a:endParaRPr lang="it-IT" dirty="0"/>
          </a:p>
        </p:txBody>
      </p:sp>
      <p:sp>
        <p:nvSpPr>
          <p:cNvPr id="3" name="Segnaposto testo 2"/>
          <p:cNvSpPr>
            <a:spLocks noGrp="1"/>
          </p:cNvSpPr>
          <p:nvPr>
            <p:ph type="body" idx="1"/>
          </p:nvPr>
        </p:nvSpPr>
        <p:spPr>
          <a:xfrm>
            <a:off x="304800" y="1752600"/>
            <a:ext cx="4192588" cy="639762"/>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p:cNvSpPr>
            <a:spLocks noGrp="1"/>
          </p:cNvSpPr>
          <p:nvPr>
            <p:ph sz="half" idx="2"/>
          </p:nvPr>
        </p:nvSpPr>
        <p:spPr>
          <a:xfrm>
            <a:off x="304800" y="2438399"/>
            <a:ext cx="4192588" cy="3687763"/>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5" name="Segnaposto testo 4"/>
          <p:cNvSpPr>
            <a:spLocks noGrp="1"/>
          </p:cNvSpPr>
          <p:nvPr>
            <p:ph type="body" sz="quarter" idx="3"/>
          </p:nvPr>
        </p:nvSpPr>
        <p:spPr>
          <a:xfrm>
            <a:off x="4645025" y="1752600"/>
            <a:ext cx="4194175" cy="639762"/>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p:cNvSpPr>
            <a:spLocks noGrp="1"/>
          </p:cNvSpPr>
          <p:nvPr>
            <p:ph sz="quarter" idx="4"/>
          </p:nvPr>
        </p:nvSpPr>
        <p:spPr>
          <a:xfrm>
            <a:off x="4645025" y="2438399"/>
            <a:ext cx="4194175" cy="3687763"/>
          </a:xfrm>
        </p:spPr>
        <p:txBody>
          <a:bodyPr>
            <a:noAutofit/>
          </a:bodyPr>
          <a:lstStyle>
            <a:lvl1pPr>
              <a:defRPr sz="1800"/>
            </a:lvl1pPr>
            <a:lvl2pPr>
              <a:defRPr sz="1800"/>
            </a:lvl2pPr>
            <a:lvl3pPr>
              <a:defRPr sz="1800"/>
            </a:lvl3pPr>
            <a:lvl4pPr>
              <a:defRPr sz="1800"/>
            </a:lvl4pPr>
            <a:lvl5pPr>
              <a:buNone/>
              <a:defRPr sz="1800"/>
            </a:lvl5pPr>
            <a:lvl6pPr>
              <a:defRPr sz="1600"/>
            </a:lvl6pPr>
            <a:lvl7pPr>
              <a:defRPr sz="1600"/>
            </a:lvl7pPr>
            <a:lvl8pPr>
              <a:defRPr sz="1600"/>
            </a:lvl8pPr>
            <a:lvl9pPr>
              <a:defRPr sz="16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fr-CH" dirty="0"/>
          </a:p>
        </p:txBody>
      </p:sp>
      <p:sp>
        <p:nvSpPr>
          <p:cNvPr id="7" name="Rectangle 4"/>
          <p:cNvSpPr>
            <a:spLocks noGrp="1" noChangeArrowheads="1"/>
          </p:cNvSpPr>
          <p:nvPr>
            <p:ph type="dt" sz="half" idx="10"/>
          </p:nvPr>
        </p:nvSpPr>
        <p:spPr>
          <a:ln/>
        </p:spPr>
        <p:txBody>
          <a:bodyPr/>
          <a:lstStyle>
            <a:lvl1pPr>
              <a:defRPr/>
            </a:lvl1pPr>
          </a:lstStyle>
          <a:p>
            <a:fld id="{78CA38A2-9106-467E-8243-F94578A6B5A5}" type="datetime1">
              <a:rPr lang="it-IT" altLang="it-CH"/>
              <a:pPr/>
              <a:t>02/03/2026</a:t>
            </a:fld>
            <a:endParaRPr lang="it-IT" altLang="it-CH"/>
          </a:p>
        </p:txBody>
      </p:sp>
      <p:sp>
        <p:nvSpPr>
          <p:cNvPr id="8" name="Rectangle 5"/>
          <p:cNvSpPr>
            <a:spLocks noGrp="1" noChangeArrowheads="1"/>
          </p:cNvSpPr>
          <p:nvPr>
            <p:ph type="ftr" sz="quarter" idx="11"/>
          </p:nvPr>
        </p:nvSpPr>
        <p:spPr>
          <a:ln/>
        </p:spPr>
        <p:txBody>
          <a:bodyPr/>
          <a:lstStyle>
            <a:lvl1pPr>
              <a:defRPr/>
            </a:lvl1pPr>
          </a:lstStyle>
          <a:p>
            <a:pPr>
              <a:defRPr/>
            </a:pPr>
            <a:endParaRPr lang="it-IT"/>
          </a:p>
        </p:txBody>
      </p:sp>
      <p:sp>
        <p:nvSpPr>
          <p:cNvPr id="9" name="Rectangle 6"/>
          <p:cNvSpPr>
            <a:spLocks noGrp="1" noChangeArrowheads="1"/>
          </p:cNvSpPr>
          <p:nvPr>
            <p:ph type="sldNum" sz="quarter" idx="12"/>
          </p:nvPr>
        </p:nvSpPr>
        <p:spPr>
          <a:ln/>
        </p:spPr>
        <p:txBody>
          <a:bodyPr/>
          <a:lstStyle>
            <a:lvl1pPr>
              <a:defRPr/>
            </a:lvl1pPr>
          </a:lstStyle>
          <a:p>
            <a:fld id="{CF32665F-4C14-45FC-A241-2843F0E88CF9}" type="slidenum">
              <a:rPr lang="it-IT" altLang="it-CH"/>
              <a:pPr/>
              <a:t>‹N›</a:t>
            </a:fld>
            <a:endParaRPr lang="it-IT" altLang="it-CH"/>
          </a:p>
        </p:txBody>
      </p:sp>
    </p:spTree>
    <p:extLst>
      <p:ext uri="{BB962C8B-B14F-4D97-AF65-F5344CB8AC3E}">
        <p14:creationId xmlns:p14="http://schemas.microsoft.com/office/powerpoint/2010/main" val="52526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305999" y="1125538"/>
            <a:ext cx="8516267" cy="719137"/>
          </a:xfrm>
        </p:spPr>
        <p:txBody>
          <a:bodyPr/>
          <a:lstStyle>
            <a:lvl1pPr>
              <a:defRPr sz="2400"/>
            </a:lvl1pPr>
          </a:lstStyle>
          <a:p>
            <a:r>
              <a:rPr lang="it-IT"/>
              <a:t>Fare clic per modificare lo stile del titolo</a:t>
            </a:r>
            <a:endParaRPr lang="it-IT" dirty="0"/>
          </a:p>
        </p:txBody>
      </p:sp>
      <p:sp>
        <p:nvSpPr>
          <p:cNvPr id="3" name="Rectangle 4"/>
          <p:cNvSpPr>
            <a:spLocks noGrp="1" noChangeArrowheads="1"/>
          </p:cNvSpPr>
          <p:nvPr>
            <p:ph type="dt" sz="half" idx="10"/>
          </p:nvPr>
        </p:nvSpPr>
        <p:spPr>
          <a:ln/>
        </p:spPr>
        <p:txBody>
          <a:bodyPr/>
          <a:lstStyle>
            <a:lvl1pPr>
              <a:defRPr/>
            </a:lvl1pPr>
          </a:lstStyle>
          <a:p>
            <a:fld id="{2DD762D1-D827-451F-9CF4-6B875B86FCA4}" type="datetime1">
              <a:rPr lang="it-IT" altLang="it-CH"/>
              <a:pPr/>
              <a:t>02/03/2026</a:t>
            </a:fld>
            <a:endParaRPr lang="it-IT" altLang="it-CH"/>
          </a:p>
        </p:txBody>
      </p:sp>
      <p:sp>
        <p:nvSpPr>
          <p:cNvPr id="4" name="Rectangle 5"/>
          <p:cNvSpPr>
            <a:spLocks noGrp="1" noChangeArrowheads="1"/>
          </p:cNvSpPr>
          <p:nvPr>
            <p:ph type="ftr" sz="quarter" idx="11"/>
          </p:nvPr>
        </p:nvSpPr>
        <p:spPr>
          <a:ln/>
        </p:spPr>
        <p:txBody>
          <a:bodyPr/>
          <a:lstStyle>
            <a:lvl1pPr>
              <a:defRPr/>
            </a:lvl1pPr>
          </a:lstStyle>
          <a:p>
            <a:pPr>
              <a:defRPr/>
            </a:pPr>
            <a:endParaRPr lang="it-IT"/>
          </a:p>
        </p:txBody>
      </p:sp>
      <p:sp>
        <p:nvSpPr>
          <p:cNvPr id="5" name="Rectangle 6"/>
          <p:cNvSpPr>
            <a:spLocks noGrp="1" noChangeArrowheads="1"/>
          </p:cNvSpPr>
          <p:nvPr>
            <p:ph type="sldNum" sz="quarter" idx="12"/>
          </p:nvPr>
        </p:nvSpPr>
        <p:spPr>
          <a:ln/>
        </p:spPr>
        <p:txBody>
          <a:bodyPr/>
          <a:lstStyle>
            <a:lvl1pPr>
              <a:defRPr/>
            </a:lvl1pPr>
          </a:lstStyle>
          <a:p>
            <a:fld id="{7D66D9C8-8801-44A2-AB14-A2AB3C9CBF31}" type="slidenum">
              <a:rPr lang="it-IT" altLang="it-CH"/>
              <a:pPr/>
              <a:t>‹N›</a:t>
            </a:fld>
            <a:endParaRPr lang="it-IT" altLang="it-CH"/>
          </a:p>
        </p:txBody>
      </p:sp>
    </p:spTree>
    <p:extLst>
      <p:ext uri="{BB962C8B-B14F-4D97-AF65-F5344CB8AC3E}">
        <p14:creationId xmlns:p14="http://schemas.microsoft.com/office/powerpoint/2010/main" val="550367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uot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34BEE26B-B242-44EE-81DB-0DCCA61CEBFC}" type="datetime1">
              <a:rPr lang="it-IT" altLang="it-CH"/>
              <a:pPr/>
              <a:t>02/03/2026</a:t>
            </a:fld>
            <a:endParaRPr lang="it-IT" altLang="it-CH"/>
          </a:p>
        </p:txBody>
      </p:sp>
      <p:sp>
        <p:nvSpPr>
          <p:cNvPr id="3" name="Rectangle 5"/>
          <p:cNvSpPr>
            <a:spLocks noGrp="1" noChangeArrowheads="1"/>
          </p:cNvSpPr>
          <p:nvPr>
            <p:ph type="ftr" sz="quarter" idx="11"/>
          </p:nvPr>
        </p:nvSpPr>
        <p:spPr>
          <a:ln/>
        </p:spPr>
        <p:txBody>
          <a:bodyPr/>
          <a:lstStyle>
            <a:lvl1pPr>
              <a:defRPr/>
            </a:lvl1pPr>
          </a:lstStyle>
          <a:p>
            <a:pPr>
              <a:defRPr/>
            </a:pPr>
            <a:endParaRPr lang="it-IT"/>
          </a:p>
        </p:txBody>
      </p:sp>
      <p:sp>
        <p:nvSpPr>
          <p:cNvPr id="4" name="Rectangle 6"/>
          <p:cNvSpPr>
            <a:spLocks noGrp="1" noChangeArrowheads="1"/>
          </p:cNvSpPr>
          <p:nvPr>
            <p:ph type="sldNum" sz="quarter" idx="12"/>
          </p:nvPr>
        </p:nvSpPr>
        <p:spPr>
          <a:ln/>
        </p:spPr>
        <p:txBody>
          <a:bodyPr/>
          <a:lstStyle>
            <a:lvl1pPr>
              <a:defRPr/>
            </a:lvl1pPr>
          </a:lstStyle>
          <a:p>
            <a:fld id="{C07BC471-58DE-4D27-88B8-06EECFE703F2}" type="slidenum">
              <a:rPr lang="it-IT" altLang="it-CH"/>
              <a:pPr/>
              <a:t>‹N›</a:t>
            </a:fld>
            <a:endParaRPr lang="it-IT" altLang="it-CH"/>
          </a:p>
        </p:txBody>
      </p:sp>
    </p:spTree>
    <p:extLst>
      <p:ext uri="{BB962C8B-B14F-4D97-AF65-F5344CB8AC3E}">
        <p14:creationId xmlns:p14="http://schemas.microsoft.com/office/powerpoint/2010/main" val="2404343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26335" y="1127797"/>
            <a:ext cx="3026465" cy="914400"/>
          </a:xfrm>
        </p:spPr>
        <p:txBody>
          <a:bodyPr/>
          <a:lstStyle>
            <a:lvl1pPr algn="l">
              <a:defRPr sz="2400" b="0"/>
            </a:lvl1pPr>
          </a:lstStyle>
          <a:p>
            <a:r>
              <a:rPr lang="it-IT"/>
              <a:t>Fare clic per modificare lo stile del titolo</a:t>
            </a:r>
            <a:endParaRPr lang="it-IT" dirty="0"/>
          </a:p>
        </p:txBody>
      </p:sp>
      <p:sp>
        <p:nvSpPr>
          <p:cNvPr id="3" name="Segnaposto contenuto 2"/>
          <p:cNvSpPr>
            <a:spLocks noGrp="1"/>
          </p:cNvSpPr>
          <p:nvPr>
            <p:ph idx="1"/>
          </p:nvPr>
        </p:nvSpPr>
        <p:spPr>
          <a:xfrm>
            <a:off x="3575050" y="1126800"/>
            <a:ext cx="5244820" cy="4995525"/>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Segnaposto testo 3"/>
          <p:cNvSpPr>
            <a:spLocks noGrp="1"/>
          </p:cNvSpPr>
          <p:nvPr>
            <p:ph type="body" sz="half" idx="2"/>
          </p:nvPr>
        </p:nvSpPr>
        <p:spPr>
          <a:xfrm>
            <a:off x="326336" y="2133600"/>
            <a:ext cx="3026464" cy="3992563"/>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Rectangle 4"/>
          <p:cNvSpPr>
            <a:spLocks noGrp="1" noChangeArrowheads="1"/>
          </p:cNvSpPr>
          <p:nvPr>
            <p:ph type="dt" sz="half" idx="10"/>
          </p:nvPr>
        </p:nvSpPr>
        <p:spPr>
          <a:ln/>
        </p:spPr>
        <p:txBody>
          <a:bodyPr/>
          <a:lstStyle>
            <a:lvl1pPr>
              <a:defRPr/>
            </a:lvl1pPr>
          </a:lstStyle>
          <a:p>
            <a:fld id="{CA9240BF-FB55-4824-A8D2-0D09A946D124}" type="datetime1">
              <a:rPr lang="it-IT" altLang="it-CH"/>
              <a:pPr/>
              <a:t>02/03/2026</a:t>
            </a:fld>
            <a:endParaRPr lang="it-IT" altLang="it-CH"/>
          </a:p>
        </p:txBody>
      </p:sp>
      <p:sp>
        <p:nvSpPr>
          <p:cNvPr id="6" name="Rectangle 5"/>
          <p:cNvSpPr>
            <a:spLocks noGrp="1" noChangeArrowheads="1"/>
          </p:cNvSpPr>
          <p:nvPr>
            <p:ph type="ftr" sz="quarter" idx="11"/>
          </p:nvPr>
        </p:nvSpPr>
        <p:spPr>
          <a:ln/>
        </p:spPr>
        <p:txBody>
          <a:bodyPr/>
          <a:lstStyle>
            <a:lvl1pPr>
              <a:defRPr/>
            </a:lvl1pPr>
          </a:lstStyle>
          <a:p>
            <a:pPr>
              <a:defRPr/>
            </a:pPr>
            <a:endParaRPr lang="it-IT"/>
          </a:p>
        </p:txBody>
      </p:sp>
      <p:sp>
        <p:nvSpPr>
          <p:cNvPr id="7" name="Rectangle 6"/>
          <p:cNvSpPr>
            <a:spLocks noGrp="1" noChangeArrowheads="1"/>
          </p:cNvSpPr>
          <p:nvPr>
            <p:ph type="sldNum" sz="quarter" idx="12"/>
          </p:nvPr>
        </p:nvSpPr>
        <p:spPr>
          <a:ln/>
        </p:spPr>
        <p:txBody>
          <a:bodyPr/>
          <a:lstStyle>
            <a:lvl1pPr>
              <a:defRPr/>
            </a:lvl1pPr>
          </a:lstStyle>
          <a:p>
            <a:fld id="{16E1FB96-2B51-46C5-A50F-92AC3B39A825}" type="slidenum">
              <a:rPr lang="it-IT" altLang="it-CH"/>
              <a:pPr/>
              <a:t>‹N›</a:t>
            </a:fld>
            <a:endParaRPr lang="it-IT" altLang="it-CH"/>
          </a:p>
        </p:txBody>
      </p:sp>
    </p:spTree>
    <p:extLst>
      <p:ext uri="{BB962C8B-B14F-4D97-AF65-F5344CB8AC3E}">
        <p14:creationId xmlns:p14="http://schemas.microsoft.com/office/powerpoint/2010/main" val="2206135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04800" y="4800600"/>
            <a:ext cx="8519314" cy="566738"/>
          </a:xfrm>
        </p:spPr>
        <p:txBody>
          <a:bodyPr/>
          <a:lstStyle>
            <a:lvl1pPr algn="l">
              <a:defRPr sz="2400" b="0"/>
            </a:lvl1pPr>
          </a:lstStyle>
          <a:p>
            <a:r>
              <a:rPr lang="it-IT"/>
              <a:t>Fare clic per modificare lo stile del titolo</a:t>
            </a:r>
            <a:endParaRPr lang="it-IT" dirty="0"/>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it-IT" noProof="0"/>
              <a:t>Fare clic sull'icona per inserire un'immagine</a:t>
            </a:r>
          </a:p>
        </p:txBody>
      </p:sp>
      <p:sp>
        <p:nvSpPr>
          <p:cNvPr id="4" name="Segnaposto testo 3"/>
          <p:cNvSpPr>
            <a:spLocks noGrp="1"/>
          </p:cNvSpPr>
          <p:nvPr>
            <p:ph type="body" sz="half" idx="2"/>
          </p:nvPr>
        </p:nvSpPr>
        <p:spPr>
          <a:xfrm>
            <a:off x="304800" y="5367338"/>
            <a:ext cx="8519314" cy="804862"/>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Rectangle 4"/>
          <p:cNvSpPr>
            <a:spLocks noGrp="1" noChangeArrowheads="1"/>
          </p:cNvSpPr>
          <p:nvPr>
            <p:ph type="dt" sz="half" idx="10"/>
          </p:nvPr>
        </p:nvSpPr>
        <p:spPr>
          <a:ln/>
        </p:spPr>
        <p:txBody>
          <a:bodyPr/>
          <a:lstStyle>
            <a:lvl1pPr>
              <a:defRPr/>
            </a:lvl1pPr>
          </a:lstStyle>
          <a:p>
            <a:fld id="{086C8CBA-8577-4714-804C-5EA67F10CAF7}" type="datetime1">
              <a:rPr lang="it-IT" altLang="it-CH"/>
              <a:pPr/>
              <a:t>02/03/2026</a:t>
            </a:fld>
            <a:endParaRPr lang="it-IT" altLang="it-CH"/>
          </a:p>
        </p:txBody>
      </p:sp>
      <p:sp>
        <p:nvSpPr>
          <p:cNvPr id="6" name="Rectangle 5"/>
          <p:cNvSpPr>
            <a:spLocks noGrp="1" noChangeArrowheads="1"/>
          </p:cNvSpPr>
          <p:nvPr>
            <p:ph type="ftr" sz="quarter" idx="11"/>
          </p:nvPr>
        </p:nvSpPr>
        <p:spPr>
          <a:ln/>
        </p:spPr>
        <p:txBody>
          <a:bodyPr/>
          <a:lstStyle>
            <a:lvl1pPr>
              <a:defRPr/>
            </a:lvl1pPr>
          </a:lstStyle>
          <a:p>
            <a:pPr>
              <a:defRPr/>
            </a:pPr>
            <a:endParaRPr lang="it-IT"/>
          </a:p>
        </p:txBody>
      </p:sp>
      <p:sp>
        <p:nvSpPr>
          <p:cNvPr id="7" name="Rectangle 6"/>
          <p:cNvSpPr>
            <a:spLocks noGrp="1" noChangeArrowheads="1"/>
          </p:cNvSpPr>
          <p:nvPr>
            <p:ph type="sldNum" sz="quarter" idx="12"/>
          </p:nvPr>
        </p:nvSpPr>
        <p:spPr>
          <a:ln/>
        </p:spPr>
        <p:txBody>
          <a:bodyPr/>
          <a:lstStyle>
            <a:lvl1pPr>
              <a:defRPr/>
            </a:lvl1pPr>
          </a:lstStyle>
          <a:p>
            <a:fld id="{0A737822-A613-4E97-BCD9-80FC21C634B1}" type="slidenum">
              <a:rPr lang="it-IT" altLang="it-CH"/>
              <a:pPr/>
              <a:t>‹N›</a:t>
            </a:fld>
            <a:endParaRPr lang="it-IT" altLang="it-CH"/>
          </a:p>
        </p:txBody>
      </p:sp>
    </p:spTree>
    <p:extLst>
      <p:ext uri="{BB962C8B-B14F-4D97-AF65-F5344CB8AC3E}">
        <p14:creationId xmlns:p14="http://schemas.microsoft.com/office/powerpoint/2010/main" val="3494834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itoletto fondo celeste">
    <p:bg>
      <p:bgPr>
        <a:solidFill>
          <a:srgbClr val="0096FF"/>
        </a:solidFill>
        <a:effectLst/>
      </p:bgPr>
    </p:bg>
    <p:spTree>
      <p:nvGrpSpPr>
        <p:cNvPr id="1" name=""/>
        <p:cNvGrpSpPr/>
        <p:nvPr/>
      </p:nvGrpSpPr>
      <p:grpSpPr>
        <a:xfrm>
          <a:off x="0" y="0"/>
          <a:ext cx="0" cy="0"/>
          <a:chOff x="0" y="0"/>
          <a:chExt cx="0" cy="0"/>
        </a:xfrm>
      </p:grpSpPr>
      <p:sp>
        <p:nvSpPr>
          <p:cNvPr id="3" name="Rectangle 3"/>
          <p:cNvSpPr>
            <a:spLocks noGrp="1" noChangeArrowheads="1"/>
          </p:cNvSpPr>
          <p:nvPr/>
        </p:nvSpPr>
        <p:spPr bwMode="auto">
          <a:xfrm>
            <a:off x="1116012" y="170456"/>
            <a:ext cx="6661150" cy="476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it-IT" altLang="it-CH" sz="1200" dirty="0">
                <a:solidFill>
                  <a:srgbClr val="FFFFFF"/>
                </a:solidFill>
              </a:rPr>
              <a:t>DEASS accompagnamento</a:t>
            </a:r>
            <a:r>
              <a:rPr lang="it-IT" altLang="it-CH" sz="1200" baseline="0" dirty="0">
                <a:solidFill>
                  <a:srgbClr val="FFFFFF"/>
                </a:solidFill>
              </a:rPr>
              <a:t> allo studio</a:t>
            </a:r>
            <a:endParaRPr lang="it-IT" altLang="it-CH" sz="1200" dirty="0">
              <a:solidFill>
                <a:srgbClr val="FFFFFF"/>
              </a:solidFill>
            </a:endParaRPr>
          </a:p>
          <a:p>
            <a:endParaRPr lang="it-IT" altLang="it-CH" sz="1200" dirty="0">
              <a:solidFill>
                <a:srgbClr val="FFFFFF"/>
              </a:solidFill>
            </a:endParaRPr>
          </a:p>
          <a:p>
            <a:endParaRPr lang="it-IT" altLang="it-CH" sz="1200" dirty="0">
              <a:solidFill>
                <a:srgbClr val="FFFFFF"/>
              </a:solidFill>
            </a:endParaRPr>
          </a:p>
        </p:txBody>
      </p:sp>
      <p:pic>
        <p:nvPicPr>
          <p:cNvPr id="4" name="Immagine 2" descr="logo_SUPSI_acr_neg.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6075" y="209550"/>
            <a:ext cx="469900" cy="131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 name="Titolo 1"/>
          <p:cNvSpPr>
            <a:spLocks noGrp="1"/>
          </p:cNvSpPr>
          <p:nvPr>
            <p:ph type="title"/>
          </p:nvPr>
        </p:nvSpPr>
        <p:spPr>
          <a:xfrm>
            <a:off x="324000" y="1854000"/>
            <a:ext cx="8519314" cy="2184600"/>
          </a:xfrm>
          <a:prstGeom prst="rect">
            <a:avLst/>
          </a:prstGeom>
        </p:spPr>
        <p:txBody>
          <a:bodyPr lIns="0" tIns="0" rIns="0" bIns="0"/>
          <a:lstStyle>
            <a:lvl1pPr algn="l">
              <a:defRPr sz="4800" b="0">
                <a:solidFill>
                  <a:schemeClr val="bg1"/>
                </a:solidFill>
              </a:defRPr>
            </a:lvl1pPr>
          </a:lstStyle>
          <a:p>
            <a:r>
              <a:rPr lang="fr-CH" dirty="0"/>
              <a:t>Fare clic per modificare stile</a:t>
            </a:r>
            <a:endParaRPr lang="it-IT" dirty="0"/>
          </a:p>
        </p:txBody>
      </p:sp>
      <p:sp>
        <p:nvSpPr>
          <p:cNvPr id="5" name="Segnaposto data 2"/>
          <p:cNvSpPr>
            <a:spLocks noGrp="1"/>
          </p:cNvSpPr>
          <p:nvPr>
            <p:ph type="dt" sz="half" idx="10"/>
          </p:nvPr>
        </p:nvSpPr>
        <p:spPr>
          <a:xfrm>
            <a:off x="323850" y="6453188"/>
            <a:ext cx="2133600"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defRPr>
            </a:lvl1pPr>
          </a:lstStyle>
          <a:p>
            <a:r>
              <a:rPr lang="it-CH" altLang="it-CH" dirty="0"/>
              <a:t>2 ottobre 2018</a:t>
            </a:r>
            <a:endParaRPr lang="it-IT" altLang="it-CH" dirty="0"/>
          </a:p>
        </p:txBody>
      </p:sp>
      <p:sp>
        <p:nvSpPr>
          <p:cNvPr id="6" name="Segnaposto piè di pagina 3"/>
          <p:cNvSpPr>
            <a:spLocks noGrp="1"/>
          </p:cNvSpPr>
          <p:nvPr>
            <p:ph type="ftr" sz="quarter" idx="11"/>
          </p:nvPr>
        </p:nvSpPr>
        <p:spPr>
          <a:xfrm>
            <a:off x="2484438" y="6453188"/>
            <a:ext cx="6335712"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latin typeface="Arial" charset="0"/>
                <a:ea typeface="+mn-ea"/>
                <a:cs typeface="+mn-cs"/>
              </a:defRPr>
            </a:lvl1pPr>
          </a:lstStyle>
          <a:p>
            <a:pPr>
              <a:defRPr/>
            </a:pPr>
            <a:endParaRPr lang="it-IT"/>
          </a:p>
        </p:txBody>
      </p:sp>
      <p:sp>
        <p:nvSpPr>
          <p:cNvPr id="7" name="Segnaposto numero diapositiva 4"/>
          <p:cNvSpPr>
            <a:spLocks noGrp="1"/>
          </p:cNvSpPr>
          <p:nvPr>
            <p:ph type="sldNum" sz="quarter" idx="12"/>
          </p:nvPr>
        </p:nvSpPr>
        <p:spPr>
          <a:xfrm>
            <a:off x="8077200" y="188913"/>
            <a:ext cx="742950" cy="476250"/>
          </a:xfrm>
          <a:prstGeom prst="rect">
            <a:avLst/>
          </a:prstGeom>
        </p:spPr>
        <p:txBody>
          <a:bodyPr vert="horz" wrap="square" lIns="0" tIns="0" rIns="0" bIns="0" numCol="1" anchor="t" anchorCtr="0" compatLnSpc="1">
            <a:prstTxWarp prst="textNoShape">
              <a:avLst/>
            </a:prstTxWarp>
          </a:bodyPr>
          <a:lstStyle>
            <a:lvl1pPr algn="r">
              <a:defRPr sz="1000">
                <a:solidFill>
                  <a:schemeClr val="bg1"/>
                </a:solidFill>
              </a:defRPr>
            </a:lvl1pPr>
          </a:lstStyle>
          <a:p>
            <a:fld id="{FC372616-F2A0-4318-A20D-F5329E2CF2F4}" type="slidenum">
              <a:rPr lang="it-IT" altLang="it-CH"/>
              <a:pPr/>
              <a:t>‹N›</a:t>
            </a:fld>
            <a:endParaRPr lang="it-IT" altLang="it-CH"/>
          </a:p>
        </p:txBody>
      </p:sp>
    </p:spTree>
    <p:extLst>
      <p:ext uri="{BB962C8B-B14F-4D97-AF65-F5344CB8AC3E}">
        <p14:creationId xmlns:p14="http://schemas.microsoft.com/office/powerpoint/2010/main" val="2669321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400"/>
            </a:lvl1pPr>
          </a:lstStyle>
          <a:p>
            <a:r>
              <a:rPr lang="fr-CH" dirty="0"/>
              <a:t>Fare clic per modificare stile</a:t>
            </a:r>
            <a:endParaRPr lang="it-IT" dirty="0"/>
          </a:p>
        </p:txBody>
      </p:sp>
      <p:sp>
        <p:nvSpPr>
          <p:cNvPr id="3" name="Segnaposto contenuto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fr-CH" dirty="0"/>
              <a:t>Fare clic per modificare gli stili del testo dello schema</a:t>
            </a:r>
          </a:p>
          <a:p>
            <a:pPr lvl="1"/>
            <a:r>
              <a:rPr lang="fr-CH" dirty="0"/>
              <a:t>Secondo livello</a:t>
            </a:r>
          </a:p>
          <a:p>
            <a:pPr lvl="2"/>
            <a:r>
              <a:rPr lang="fr-CH" dirty="0"/>
              <a:t>Terzo livello</a:t>
            </a:r>
          </a:p>
          <a:p>
            <a:pPr lvl="3"/>
            <a:r>
              <a:rPr lang="fr-CH" dirty="0"/>
              <a:t>Quarto livello</a:t>
            </a:r>
          </a:p>
          <a:p>
            <a:pPr lvl="4"/>
            <a:r>
              <a:rPr lang="fr-CH" dirty="0"/>
              <a:t>Quinto livello</a:t>
            </a:r>
            <a:endParaRPr lang="it-IT" dirty="0"/>
          </a:p>
        </p:txBody>
      </p:sp>
      <p:sp>
        <p:nvSpPr>
          <p:cNvPr id="8" name="Text Placeholder 7"/>
          <p:cNvSpPr>
            <a:spLocks noGrp="1"/>
          </p:cNvSpPr>
          <p:nvPr>
            <p:ph type="body" sz="quarter" idx="13" hasCustomPrompt="1"/>
          </p:nvPr>
        </p:nvSpPr>
        <p:spPr>
          <a:xfrm>
            <a:off x="1116000" y="187200"/>
            <a:ext cx="4267200" cy="304800"/>
          </a:xfrm>
        </p:spPr>
        <p:txBody>
          <a:bodyPr/>
          <a:lstStyle>
            <a:lvl1pPr>
              <a:buNone/>
              <a:defRPr sz="1200"/>
            </a:lvl1pPr>
            <a:lvl2pPr>
              <a:defRPr sz="1200"/>
            </a:lvl2pPr>
            <a:lvl3pPr>
              <a:defRPr sz="1200"/>
            </a:lvl3pPr>
            <a:lvl4pPr>
              <a:defRPr sz="1200"/>
            </a:lvl4pPr>
            <a:lvl5pPr>
              <a:defRPr sz="1200"/>
            </a:lvl5pPr>
          </a:lstStyle>
          <a:p>
            <a:pPr lvl="0"/>
            <a:r>
              <a:rPr lang="it-IT" dirty="0"/>
              <a:t>Seminario Genesi e sviluppo del lavoro sociale</a:t>
            </a:r>
          </a:p>
        </p:txBody>
      </p:sp>
      <p:sp>
        <p:nvSpPr>
          <p:cNvPr id="5" name="Rectangle 4"/>
          <p:cNvSpPr>
            <a:spLocks noGrp="1" noChangeArrowheads="1"/>
          </p:cNvSpPr>
          <p:nvPr>
            <p:ph type="dt" sz="half" idx="14"/>
          </p:nvPr>
        </p:nvSpPr>
        <p:spPr>
          <a:ln/>
        </p:spPr>
        <p:txBody>
          <a:bodyPr/>
          <a:lstStyle>
            <a:lvl1pPr>
              <a:defRPr/>
            </a:lvl1pPr>
          </a:lstStyle>
          <a:p>
            <a:pPr>
              <a:defRPr/>
            </a:pPr>
            <a:fld id="{E1F25E07-805F-4562-967B-DA45DA4D5637}" type="datetime1">
              <a:rPr lang="it-IT"/>
              <a:pPr>
                <a:defRPr/>
              </a:pPr>
              <a:t>02/03/2026</a:t>
            </a:fld>
            <a:endParaRPr lang="it-IT"/>
          </a:p>
        </p:txBody>
      </p:sp>
      <p:sp>
        <p:nvSpPr>
          <p:cNvPr id="6" name="Rectangle 6"/>
          <p:cNvSpPr>
            <a:spLocks noGrp="1" noChangeArrowheads="1"/>
          </p:cNvSpPr>
          <p:nvPr>
            <p:ph type="sldNum" sz="quarter" idx="15"/>
          </p:nvPr>
        </p:nvSpPr>
        <p:spPr>
          <a:ln/>
        </p:spPr>
        <p:txBody>
          <a:bodyPr/>
          <a:lstStyle>
            <a:lvl1pPr>
              <a:defRPr/>
            </a:lvl1pPr>
          </a:lstStyle>
          <a:p>
            <a:pPr>
              <a:defRPr/>
            </a:pPr>
            <a:fld id="{B851D381-0448-479B-B004-4A270A2CD94B}" type="slidenum">
              <a:rPr lang="it-IT" altLang="it-CH"/>
              <a:pPr>
                <a:defRPr/>
              </a:pPr>
              <a:t>‹N›</a:t>
            </a:fld>
            <a:endParaRPr lang="it-IT" altLang="it-CH"/>
          </a:p>
        </p:txBody>
      </p:sp>
    </p:spTree>
    <p:extLst>
      <p:ext uri="{BB962C8B-B14F-4D97-AF65-F5344CB8AC3E}">
        <p14:creationId xmlns:p14="http://schemas.microsoft.com/office/powerpoint/2010/main" val="103338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3850" y="1125538"/>
            <a:ext cx="8496300" cy="719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CH" altLang="it-CH"/>
              <a:t>Fare clic per modificare stile</a:t>
            </a:r>
            <a:endParaRPr lang="it-IT" altLang="it-CH"/>
          </a:p>
        </p:txBody>
      </p:sp>
      <p:sp>
        <p:nvSpPr>
          <p:cNvPr id="1027" name="Rectangle 3"/>
          <p:cNvSpPr>
            <a:spLocks noGrp="1" noChangeArrowheads="1"/>
          </p:cNvSpPr>
          <p:nvPr>
            <p:ph type="body" idx="1"/>
          </p:nvPr>
        </p:nvSpPr>
        <p:spPr bwMode="auto">
          <a:xfrm>
            <a:off x="323850" y="1916113"/>
            <a:ext cx="8496300" cy="4321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CH" altLang="it-CH" dirty="0" err="1"/>
              <a:t>Fare</a:t>
            </a:r>
            <a:r>
              <a:rPr lang="fr-CH" altLang="it-CH" dirty="0"/>
              <a:t> clic per </a:t>
            </a:r>
            <a:r>
              <a:rPr lang="fr-CH" altLang="it-CH" dirty="0" err="1"/>
              <a:t>modificare</a:t>
            </a:r>
            <a:r>
              <a:rPr lang="fr-CH" altLang="it-CH" dirty="0"/>
              <a:t> </a:t>
            </a:r>
            <a:r>
              <a:rPr lang="fr-CH" altLang="it-CH" dirty="0" err="1"/>
              <a:t>gli</a:t>
            </a:r>
            <a:r>
              <a:rPr lang="fr-CH" altLang="it-CH" dirty="0"/>
              <a:t> </a:t>
            </a:r>
            <a:r>
              <a:rPr lang="fr-CH" altLang="it-CH" dirty="0" err="1"/>
              <a:t>stili</a:t>
            </a:r>
            <a:r>
              <a:rPr lang="fr-CH" altLang="it-CH" dirty="0"/>
              <a:t> </a:t>
            </a:r>
            <a:r>
              <a:rPr lang="fr-CH" altLang="it-CH" dirty="0" err="1"/>
              <a:t>del</a:t>
            </a:r>
            <a:r>
              <a:rPr lang="fr-CH" altLang="it-CH" dirty="0"/>
              <a:t> </a:t>
            </a:r>
            <a:r>
              <a:rPr lang="fr-CH" altLang="it-CH" dirty="0" err="1"/>
              <a:t>testo</a:t>
            </a:r>
            <a:r>
              <a:rPr lang="fr-CH" altLang="it-CH" dirty="0"/>
              <a:t> </a:t>
            </a:r>
            <a:r>
              <a:rPr lang="fr-CH" altLang="it-CH" dirty="0" err="1"/>
              <a:t>dello</a:t>
            </a:r>
            <a:r>
              <a:rPr lang="fr-CH" altLang="it-CH" dirty="0"/>
              <a:t> </a:t>
            </a:r>
            <a:r>
              <a:rPr lang="fr-CH" altLang="it-CH" dirty="0" err="1"/>
              <a:t>schema</a:t>
            </a:r>
            <a:endParaRPr lang="fr-CH" altLang="it-CH" dirty="0"/>
          </a:p>
          <a:p>
            <a:pPr lvl="1"/>
            <a:r>
              <a:rPr lang="fr-CH" altLang="it-CH" dirty="0" err="1"/>
              <a:t>Secondo</a:t>
            </a:r>
            <a:r>
              <a:rPr lang="fr-CH" altLang="it-CH" dirty="0"/>
              <a:t> </a:t>
            </a:r>
            <a:r>
              <a:rPr lang="fr-CH" altLang="it-CH" dirty="0" err="1"/>
              <a:t>livello</a:t>
            </a:r>
            <a:endParaRPr lang="fr-CH" altLang="it-CH" dirty="0"/>
          </a:p>
          <a:p>
            <a:pPr lvl="2"/>
            <a:r>
              <a:rPr lang="fr-CH" altLang="it-CH" dirty="0" err="1"/>
              <a:t>Terzo</a:t>
            </a:r>
            <a:r>
              <a:rPr lang="fr-CH" altLang="it-CH" dirty="0"/>
              <a:t> </a:t>
            </a:r>
            <a:r>
              <a:rPr lang="fr-CH" altLang="it-CH" dirty="0" err="1"/>
              <a:t>livello</a:t>
            </a:r>
            <a:endParaRPr lang="fr-CH" altLang="it-CH" dirty="0"/>
          </a:p>
          <a:p>
            <a:pPr lvl="3"/>
            <a:r>
              <a:rPr lang="fr-CH" altLang="it-CH" dirty="0"/>
              <a:t>Quarto </a:t>
            </a:r>
            <a:r>
              <a:rPr lang="fr-CH" altLang="it-CH" dirty="0" err="1"/>
              <a:t>livello</a:t>
            </a:r>
            <a:endParaRPr lang="fr-CH" altLang="it-CH" dirty="0"/>
          </a:p>
          <a:p>
            <a:pPr lvl="4"/>
            <a:r>
              <a:rPr lang="fr-CH" altLang="it-CH" dirty="0"/>
              <a:t>Quinto </a:t>
            </a:r>
            <a:r>
              <a:rPr lang="fr-CH" altLang="it-CH" dirty="0" err="1"/>
              <a:t>livello</a:t>
            </a:r>
            <a:endParaRPr lang="it-IT" altLang="it-CH" dirty="0"/>
          </a:p>
        </p:txBody>
      </p:sp>
      <p:sp>
        <p:nvSpPr>
          <p:cNvPr id="4100" name="Rectangle 4"/>
          <p:cNvSpPr>
            <a:spLocks noGrp="1" noChangeArrowheads="1"/>
          </p:cNvSpPr>
          <p:nvPr>
            <p:ph type="dt" sz="half" idx="2"/>
          </p:nvPr>
        </p:nvSpPr>
        <p:spPr bwMode="auto">
          <a:xfrm>
            <a:off x="323850" y="6453188"/>
            <a:ext cx="2133600" cy="4048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a:lvl1pPr>
          </a:lstStyle>
          <a:p>
            <a:fld id="{3C8B2070-B6EF-4CEB-96FF-867F799D513A}" type="datetime1">
              <a:rPr lang="it-IT" altLang="it-CH"/>
              <a:pPr/>
              <a:t>02/03/2026</a:t>
            </a:fld>
            <a:endParaRPr lang="it-IT" altLang="it-CH"/>
          </a:p>
        </p:txBody>
      </p:sp>
      <p:sp>
        <p:nvSpPr>
          <p:cNvPr id="4101" name="Rectangle 5"/>
          <p:cNvSpPr>
            <a:spLocks noGrp="1" noChangeArrowheads="1"/>
          </p:cNvSpPr>
          <p:nvPr>
            <p:ph type="ftr" sz="quarter" idx="3"/>
          </p:nvPr>
        </p:nvSpPr>
        <p:spPr bwMode="auto">
          <a:xfrm>
            <a:off x="2484438" y="6453188"/>
            <a:ext cx="6335712" cy="4048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a:latin typeface="Arial" charset="0"/>
                <a:ea typeface="+mn-ea"/>
                <a:cs typeface="+mn-cs"/>
              </a:defRPr>
            </a:lvl1pPr>
          </a:lstStyle>
          <a:p>
            <a:pPr>
              <a:defRPr/>
            </a:pPr>
            <a:endParaRPr lang="it-IT"/>
          </a:p>
        </p:txBody>
      </p:sp>
      <p:sp>
        <p:nvSpPr>
          <p:cNvPr id="4102" name="Rectangle 6"/>
          <p:cNvSpPr>
            <a:spLocks noGrp="1" noChangeArrowheads="1"/>
          </p:cNvSpPr>
          <p:nvPr>
            <p:ph type="sldNum" sz="quarter" idx="4"/>
          </p:nvPr>
        </p:nvSpPr>
        <p:spPr bwMode="auto">
          <a:xfrm>
            <a:off x="8001000" y="188913"/>
            <a:ext cx="819150" cy="4762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a:defRPr sz="1200"/>
            </a:lvl1pPr>
          </a:lstStyle>
          <a:p>
            <a:fld id="{89DEE9E2-1F74-434E-91AC-2CE158EBDC3E}" type="slidenum">
              <a:rPr lang="it-IT" altLang="it-CH"/>
              <a:pPr/>
              <a:t>‹N›</a:t>
            </a:fld>
            <a:endParaRPr lang="it-IT" altLang="it-CH"/>
          </a:p>
        </p:txBody>
      </p:sp>
      <p:sp>
        <p:nvSpPr>
          <p:cNvPr id="1031" name="Rectangle 3"/>
          <p:cNvSpPr>
            <a:spLocks noGrp="1" noChangeArrowheads="1"/>
          </p:cNvSpPr>
          <p:nvPr/>
        </p:nvSpPr>
        <p:spPr bwMode="auto">
          <a:xfrm>
            <a:off x="1117600" y="185738"/>
            <a:ext cx="6807200" cy="476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it-IT" altLang="it-CH" sz="1200" dirty="0"/>
              <a:t>DEASS / Accompagnamento allo studio</a:t>
            </a:r>
          </a:p>
          <a:p>
            <a:endParaRPr lang="it-IT" altLang="it-CH" sz="1200" dirty="0"/>
          </a:p>
          <a:p>
            <a:endParaRPr lang="it-IT" altLang="it-CH" sz="1200" dirty="0"/>
          </a:p>
        </p:txBody>
      </p:sp>
      <p:pic>
        <p:nvPicPr>
          <p:cNvPr id="1032" name="Immagine 6" descr="logo_SUPSI_acr.gif"/>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346075" y="209550"/>
            <a:ext cx="469900" cy="131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0" r:id="rId2"/>
    <p:sldLayoutId id="2147484171" r:id="rId3"/>
    <p:sldLayoutId id="2147484172" r:id="rId4"/>
    <p:sldLayoutId id="2147484173" r:id="rId5"/>
    <p:sldLayoutId id="2147484174" r:id="rId6"/>
    <p:sldLayoutId id="2147484175" r:id="rId7"/>
    <p:sldLayoutId id="2147484176" r:id="rId8"/>
    <p:sldLayoutId id="2147484178" r:id="rId9"/>
    <p:sldLayoutId id="2147484181" r:id="rId10"/>
  </p:sldLayoutIdLst>
  <p:hf hdr="0" ftr="0"/>
  <p:txStyles>
    <p:titleStyle>
      <a:lvl1pPr algn="l" rtl="0" eaLnBrk="1" fontAlgn="base" hangingPunct="1">
        <a:spcBef>
          <a:spcPct val="0"/>
        </a:spcBef>
        <a:spcAft>
          <a:spcPct val="0"/>
        </a:spcAft>
        <a:defRPr sz="2400">
          <a:solidFill>
            <a:schemeClr val="accent2"/>
          </a:solidFill>
          <a:latin typeface="+mj-lt"/>
          <a:ea typeface="MS PGothic" panose="020B0600070205080204" pitchFamily="34" charset="-128"/>
          <a:cs typeface="ＭＳ Ｐゴシック" pitchFamily="-112" charset="-128"/>
        </a:defRPr>
      </a:lvl1pPr>
      <a:lvl2pPr algn="l" rtl="0" eaLnBrk="1" fontAlgn="base" hangingPunct="1">
        <a:spcBef>
          <a:spcPct val="0"/>
        </a:spcBef>
        <a:spcAft>
          <a:spcPct val="0"/>
        </a:spcAft>
        <a:defRPr sz="2400">
          <a:solidFill>
            <a:schemeClr val="accent2"/>
          </a:solidFill>
          <a:latin typeface="Times New Roman" pitchFamily="-112" charset="-52"/>
          <a:ea typeface="MS PGothic" panose="020B0600070205080204" pitchFamily="34" charset="-128"/>
          <a:cs typeface="ＭＳ Ｐゴシック" pitchFamily="-112" charset="-128"/>
        </a:defRPr>
      </a:lvl2pPr>
      <a:lvl3pPr algn="l" rtl="0" eaLnBrk="1" fontAlgn="base" hangingPunct="1">
        <a:spcBef>
          <a:spcPct val="0"/>
        </a:spcBef>
        <a:spcAft>
          <a:spcPct val="0"/>
        </a:spcAft>
        <a:defRPr sz="2400">
          <a:solidFill>
            <a:schemeClr val="accent2"/>
          </a:solidFill>
          <a:latin typeface="Times New Roman" pitchFamily="-112" charset="-52"/>
          <a:ea typeface="MS PGothic" panose="020B0600070205080204" pitchFamily="34" charset="-128"/>
          <a:cs typeface="ＭＳ Ｐゴシック" pitchFamily="-112" charset="-128"/>
        </a:defRPr>
      </a:lvl3pPr>
      <a:lvl4pPr algn="l" rtl="0" eaLnBrk="1" fontAlgn="base" hangingPunct="1">
        <a:spcBef>
          <a:spcPct val="0"/>
        </a:spcBef>
        <a:spcAft>
          <a:spcPct val="0"/>
        </a:spcAft>
        <a:defRPr sz="2400">
          <a:solidFill>
            <a:schemeClr val="accent2"/>
          </a:solidFill>
          <a:latin typeface="Times New Roman" pitchFamily="-112" charset="-52"/>
          <a:ea typeface="MS PGothic" panose="020B0600070205080204" pitchFamily="34" charset="-128"/>
          <a:cs typeface="ＭＳ Ｐゴシック" pitchFamily="-112" charset="-128"/>
        </a:defRPr>
      </a:lvl4pPr>
      <a:lvl5pPr algn="l" rtl="0" eaLnBrk="1" fontAlgn="base" hangingPunct="1">
        <a:spcBef>
          <a:spcPct val="0"/>
        </a:spcBef>
        <a:spcAft>
          <a:spcPct val="0"/>
        </a:spcAft>
        <a:defRPr sz="2400">
          <a:solidFill>
            <a:schemeClr val="accent2"/>
          </a:solidFill>
          <a:latin typeface="Times New Roman" pitchFamily="-112" charset="-52"/>
          <a:ea typeface="MS PGothic" panose="020B0600070205080204" pitchFamily="34" charset="-128"/>
          <a:cs typeface="ＭＳ Ｐゴシック" pitchFamily="-112" charset="-128"/>
        </a:defRPr>
      </a:lvl5pPr>
      <a:lvl6pPr marL="457200" algn="l" rtl="0" eaLnBrk="1" fontAlgn="base" hangingPunct="1">
        <a:spcBef>
          <a:spcPct val="0"/>
        </a:spcBef>
        <a:spcAft>
          <a:spcPct val="0"/>
        </a:spcAft>
        <a:defRPr sz="2800">
          <a:solidFill>
            <a:schemeClr val="accent2"/>
          </a:solidFill>
          <a:latin typeface="Times New Roman" pitchFamily="-112" charset="-52"/>
        </a:defRPr>
      </a:lvl6pPr>
      <a:lvl7pPr marL="914400" algn="l" rtl="0" eaLnBrk="1" fontAlgn="base" hangingPunct="1">
        <a:spcBef>
          <a:spcPct val="0"/>
        </a:spcBef>
        <a:spcAft>
          <a:spcPct val="0"/>
        </a:spcAft>
        <a:defRPr sz="2800">
          <a:solidFill>
            <a:schemeClr val="accent2"/>
          </a:solidFill>
          <a:latin typeface="Times New Roman" pitchFamily="-112" charset="-52"/>
        </a:defRPr>
      </a:lvl7pPr>
      <a:lvl8pPr marL="1371600" algn="l" rtl="0" eaLnBrk="1" fontAlgn="base" hangingPunct="1">
        <a:spcBef>
          <a:spcPct val="0"/>
        </a:spcBef>
        <a:spcAft>
          <a:spcPct val="0"/>
        </a:spcAft>
        <a:defRPr sz="2800">
          <a:solidFill>
            <a:schemeClr val="accent2"/>
          </a:solidFill>
          <a:latin typeface="Times New Roman" pitchFamily="-112" charset="-52"/>
        </a:defRPr>
      </a:lvl8pPr>
      <a:lvl9pPr marL="1828800" algn="l" rtl="0" eaLnBrk="1" fontAlgn="base" hangingPunct="1">
        <a:spcBef>
          <a:spcPct val="0"/>
        </a:spcBef>
        <a:spcAft>
          <a:spcPct val="0"/>
        </a:spcAft>
        <a:defRPr sz="2800">
          <a:solidFill>
            <a:schemeClr val="accent2"/>
          </a:solidFill>
          <a:latin typeface="Times New Roman" pitchFamily="-112" charset="-52"/>
        </a:defRPr>
      </a:lvl9pPr>
    </p:titleStyle>
    <p:bodyStyle>
      <a:lvl1pPr marL="342900" indent="-342900" algn="l" rtl="0" eaLnBrk="1" fontAlgn="base" hangingPunct="1">
        <a:spcBef>
          <a:spcPct val="20000"/>
        </a:spcBef>
        <a:spcAft>
          <a:spcPct val="0"/>
        </a:spcAft>
        <a:buChar char="•"/>
        <a:defRPr>
          <a:solidFill>
            <a:schemeClr val="tx1"/>
          </a:solidFill>
          <a:latin typeface="+mn-lt"/>
          <a:ea typeface="MS PGothic" panose="020B0600070205080204" pitchFamily="34" charset="-128"/>
          <a:cs typeface="ＭＳ Ｐゴシック" pitchFamily="-112" charset="-128"/>
        </a:defRPr>
      </a:lvl1pPr>
      <a:lvl2pPr marL="742950" indent="-285750" algn="l" rtl="0" eaLnBrk="1" fontAlgn="base" hangingPunct="1">
        <a:spcBef>
          <a:spcPct val="20000"/>
        </a:spcBef>
        <a:spcAft>
          <a:spcPct val="0"/>
        </a:spcAft>
        <a:buChar char="–"/>
        <a:defRPr>
          <a:solidFill>
            <a:schemeClr val="tx1"/>
          </a:solidFill>
          <a:latin typeface="+mn-lt"/>
          <a:ea typeface="MS PGothic" panose="020B0600070205080204" pitchFamily="34" charset="-128"/>
        </a:defRPr>
      </a:lvl2pPr>
      <a:lvl3pPr marL="1143000" indent="-228600" algn="l" rtl="0" eaLnBrk="1" fontAlgn="base" hangingPunct="1">
        <a:spcBef>
          <a:spcPct val="20000"/>
        </a:spcBef>
        <a:spcAft>
          <a:spcPct val="0"/>
        </a:spcAft>
        <a:buChar char="•"/>
        <a:defRPr>
          <a:solidFill>
            <a:schemeClr val="tx1"/>
          </a:solidFill>
          <a:latin typeface="+mn-lt"/>
          <a:ea typeface="MS PGothic" panose="020B0600070205080204" pitchFamily="34" charset="-128"/>
        </a:defRPr>
      </a:lvl3pPr>
      <a:lvl4pPr marL="1600200" indent="-228600" algn="l" rtl="0" eaLnBrk="1" fontAlgn="base" hangingPunct="1">
        <a:spcBef>
          <a:spcPct val="20000"/>
        </a:spcBef>
        <a:spcAft>
          <a:spcPct val="0"/>
        </a:spcAft>
        <a:buChar char="–"/>
        <a:defRPr>
          <a:solidFill>
            <a:schemeClr val="tx1"/>
          </a:solidFill>
          <a:latin typeface="+mn-lt"/>
          <a:ea typeface="MS PGothic" panose="020B0600070205080204" pitchFamily="34" charset="-128"/>
        </a:defRPr>
      </a:lvl4pPr>
      <a:lvl5pPr marL="2057400" indent="-228600" algn="l" rtl="0" eaLnBrk="1" fontAlgn="base" hangingPunct="1">
        <a:spcBef>
          <a:spcPct val="20000"/>
        </a:spcBef>
        <a:spcAft>
          <a:spcPct val="0"/>
        </a:spcAft>
        <a:buChar char="»"/>
        <a:defRPr>
          <a:solidFill>
            <a:schemeClr val="tx1"/>
          </a:solidFill>
          <a:latin typeface="+mn-lt"/>
          <a:ea typeface="MS PGothic" panose="020B0600070205080204" pitchFamily="34" charset="-128"/>
        </a:defRPr>
      </a:lvl5pPr>
      <a:lvl6pPr marL="25146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6pPr>
      <a:lvl7pPr marL="29718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7pPr>
      <a:lvl8pPr marL="34290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8pPr>
      <a:lvl9pPr marL="38862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hyperlink" Target="http://www.tesi.supsi.ch/" TargetMode="External"/><Relationship Id="rId7" Type="http://schemas.openxmlformats.org/officeDocument/2006/relationships/hyperlink" Target="https://www.ilo.org/global/lang--en/index.htm" TargetMode="External"/><Relationship Id="rId2" Type="http://schemas.openxmlformats.org/officeDocument/2006/relationships/hyperlink" Target="http://www.supsi.ch/biblioteca/" TargetMode="External"/><Relationship Id="rId1" Type="http://schemas.openxmlformats.org/officeDocument/2006/relationships/slideLayout" Target="../slideLayouts/slideLayout2.xml"/><Relationship Id="rId6" Type="http://schemas.openxmlformats.org/officeDocument/2006/relationships/hyperlink" Target="https://european-union.europa.eu/institutions-law-budget/institutions-and-bodies/search-all-eu-institutions-and-bodies/eurofound_it" TargetMode="External"/><Relationship Id="rId5" Type="http://schemas.openxmlformats.org/officeDocument/2006/relationships/hyperlink" Target="https://www.bfs.admin.ch/bfs/it/home.html" TargetMode="External"/><Relationship Id="rId4" Type="http://schemas.openxmlformats.org/officeDocument/2006/relationships/hyperlink" Target="https://www.sbt.ti.ch/sbt/"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www.ilsapere.it/" TargetMode="External"/><Relationship Id="rId2" Type="http://schemas.openxmlformats.org/officeDocument/2006/relationships/hyperlink" Target="http://www.traccani.it/"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a:xfrm>
            <a:off x="312343" y="2336700"/>
            <a:ext cx="8519314" cy="2184600"/>
          </a:xfrm>
        </p:spPr>
        <p:txBody>
          <a:bodyPr anchor="ctr"/>
          <a:lstStyle/>
          <a:p>
            <a:pPr algn="ctr"/>
            <a:r>
              <a:rPr lang="it-CH" dirty="0">
                <a:latin typeface="Arial" panose="020B0604020202020204" pitchFamily="34" charset="0"/>
                <a:cs typeface="Arial" panose="020B0604020202020204" pitchFamily="34" charset="0"/>
              </a:rPr>
              <a:t>Le fonti di riferimento</a:t>
            </a:r>
          </a:p>
        </p:txBody>
      </p:sp>
      <p:sp>
        <p:nvSpPr>
          <p:cNvPr id="3" name="Segnaposto numero diapositiva 2"/>
          <p:cNvSpPr>
            <a:spLocks noGrp="1"/>
          </p:cNvSpPr>
          <p:nvPr>
            <p:ph type="sldNum" sz="quarter" idx="12"/>
          </p:nvPr>
        </p:nvSpPr>
        <p:spPr/>
        <p:txBody>
          <a:bodyPr/>
          <a:lstStyle/>
          <a:p>
            <a:fld id="{6001AEBB-FDB4-4789-9999-42843AD5DACB}" type="slidenum">
              <a:rPr lang="it-IT" altLang="it-CH" smtClean="0"/>
              <a:pPr/>
              <a:t>1</a:t>
            </a:fld>
            <a:endParaRPr lang="it-IT" altLang="it-CH"/>
          </a:p>
        </p:txBody>
      </p:sp>
    </p:spTree>
    <p:extLst>
      <p:ext uri="{BB962C8B-B14F-4D97-AF65-F5344CB8AC3E}">
        <p14:creationId xmlns:p14="http://schemas.microsoft.com/office/powerpoint/2010/main" val="1108168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data 3"/>
          <p:cNvSpPr>
            <a:spLocks noGrp="1"/>
          </p:cNvSpPr>
          <p:nvPr>
            <p:ph type="dt" sz="half" idx="10"/>
          </p:nvPr>
        </p:nvSpPr>
        <p:spPr/>
        <p:txBody>
          <a:bodyPr/>
          <a:lstStyle/>
          <a:p>
            <a:fld id="{B105E352-5877-41C0-AF8D-976409EC7F47}" type="datetime1">
              <a:rPr lang="it-IT" altLang="it-CH" smtClean="0"/>
              <a:pPr/>
              <a:t>02/03/2026</a:t>
            </a:fld>
            <a:endParaRPr lang="it-IT" altLang="it-CH"/>
          </a:p>
        </p:txBody>
      </p:sp>
      <p:sp>
        <p:nvSpPr>
          <p:cNvPr id="5" name="Segnaposto numero diapositiva 4"/>
          <p:cNvSpPr>
            <a:spLocks noGrp="1"/>
          </p:cNvSpPr>
          <p:nvPr>
            <p:ph type="sldNum" sz="quarter" idx="12"/>
          </p:nvPr>
        </p:nvSpPr>
        <p:spPr/>
        <p:txBody>
          <a:bodyPr/>
          <a:lstStyle/>
          <a:p>
            <a:fld id="{D23F5EF8-5760-46B8-83F8-3AD7AF70226D}" type="slidenum">
              <a:rPr lang="it-IT" altLang="it-CH" smtClean="0"/>
              <a:pPr/>
              <a:t>2</a:t>
            </a:fld>
            <a:endParaRPr lang="it-IT" altLang="it-CH"/>
          </a:p>
        </p:txBody>
      </p:sp>
      <p:sp>
        <p:nvSpPr>
          <p:cNvPr id="6" name="Segnaposto contenuto 5"/>
          <p:cNvSpPr>
            <a:spLocks noGrp="1"/>
          </p:cNvSpPr>
          <p:nvPr>
            <p:ph idx="1"/>
          </p:nvPr>
        </p:nvSpPr>
        <p:spPr>
          <a:xfrm>
            <a:off x="251681" y="665163"/>
            <a:ext cx="8640638" cy="6783395"/>
          </a:xfrm>
          <a:prstGeom prst="rect">
            <a:avLst/>
          </a:prstGeom>
        </p:spPr>
        <p:txBody>
          <a:bodyPr wrap="square">
            <a:spAutoFit/>
          </a:bodyPr>
          <a:lstStyle/>
          <a:p>
            <a:pPr marL="0" indent="0" algn="ctr">
              <a:spcBef>
                <a:spcPts val="0"/>
              </a:spcBef>
              <a:buNone/>
            </a:pPr>
            <a:r>
              <a:rPr lang="it-IT" sz="2400" b="1" u="sng" dirty="0">
                <a:solidFill>
                  <a:schemeClr val="accent2"/>
                </a:solidFill>
                <a:latin typeface="+mj-lt"/>
              </a:rPr>
              <a:t>Indirizzi utili</a:t>
            </a:r>
            <a:endParaRPr lang="it-IT" sz="2400" dirty="0"/>
          </a:p>
          <a:p>
            <a:pPr marL="0" indent="0">
              <a:spcBef>
                <a:spcPts val="0"/>
              </a:spcBef>
              <a:buNone/>
            </a:pPr>
            <a:r>
              <a:rPr lang="it-IT" sz="2000" b="1" dirty="0"/>
              <a:t>Biblioteca </a:t>
            </a:r>
            <a:r>
              <a:rPr lang="it-IT" sz="2000" b="1" dirty="0" err="1"/>
              <a:t>Supsi</a:t>
            </a:r>
            <a:endParaRPr lang="it-IT" sz="2000" b="1" dirty="0"/>
          </a:p>
          <a:p>
            <a:pPr marL="0" indent="0">
              <a:spcBef>
                <a:spcPts val="0"/>
              </a:spcBef>
              <a:buNone/>
            </a:pPr>
            <a:r>
              <a:rPr lang="it-IT" sz="2000" dirty="0">
                <a:hlinkClick r:id="rId2"/>
              </a:rPr>
              <a:t>http://www.supsi.ch/biblioteca/</a:t>
            </a:r>
            <a:endParaRPr lang="it-IT" sz="2000" dirty="0"/>
          </a:p>
          <a:p>
            <a:pPr marL="0" indent="0">
              <a:spcBef>
                <a:spcPts val="0"/>
              </a:spcBef>
              <a:buNone/>
            </a:pPr>
            <a:r>
              <a:rPr lang="it-IT" sz="2000" i="1" dirty="0"/>
              <a:t>catalogo tesi </a:t>
            </a:r>
            <a:r>
              <a:rPr lang="it-IT" sz="2000" dirty="0">
                <a:solidFill>
                  <a:srgbClr val="000000"/>
                </a:solidFill>
                <a:hlinkClick r:id="rId3">
                  <a:extLst>
                    <a:ext uri="{A12FA001-AC4F-418D-AE19-62706E023703}">
                      <ahyp:hlinkClr xmlns:ahyp="http://schemas.microsoft.com/office/drawing/2018/hyperlinkcolor" val="tx"/>
                    </a:ext>
                  </a:extLst>
                </a:hlinkClick>
              </a:rPr>
              <a:t>http://www.tesi.supsi.</a:t>
            </a:r>
            <a:r>
              <a:rPr lang="it-IT" sz="2000" dirty="0">
                <a:hlinkClick r:id="rId3">
                  <a:extLst>
                    <a:ext uri="{A12FA001-AC4F-418D-AE19-62706E023703}">
                      <ahyp:hlinkClr xmlns:ahyp="http://schemas.microsoft.com/office/drawing/2018/hyperlinkcolor" val="tx"/>
                    </a:ext>
                  </a:extLst>
                </a:hlinkClick>
              </a:rPr>
              <a:t>ch</a:t>
            </a:r>
            <a:endParaRPr lang="it-IT" sz="2000" dirty="0"/>
          </a:p>
          <a:p>
            <a:pPr marL="0" indent="0">
              <a:spcBef>
                <a:spcPts val="0"/>
              </a:spcBef>
              <a:buNone/>
            </a:pPr>
            <a:endParaRPr lang="it-IT" sz="2000" dirty="0"/>
          </a:p>
          <a:p>
            <a:pPr marL="0" indent="0">
              <a:spcBef>
                <a:spcPts val="0"/>
              </a:spcBef>
              <a:buNone/>
            </a:pPr>
            <a:r>
              <a:rPr lang="it-IT" sz="2000" b="1" dirty="0"/>
              <a:t>Catalogo biblioteche cantonali</a:t>
            </a:r>
          </a:p>
          <a:p>
            <a:pPr marL="0" indent="0">
              <a:spcBef>
                <a:spcPts val="0"/>
              </a:spcBef>
              <a:buNone/>
            </a:pPr>
            <a:r>
              <a:rPr lang="it-IT" sz="2000" dirty="0">
                <a:hlinkClick r:id="rId4"/>
              </a:rPr>
              <a:t>https://www.sbt.ti.ch/sbt/</a:t>
            </a:r>
            <a:endParaRPr lang="it-IT" sz="2000" dirty="0"/>
          </a:p>
          <a:p>
            <a:pPr marL="0" indent="0">
              <a:spcBef>
                <a:spcPts val="0"/>
              </a:spcBef>
              <a:buNone/>
            </a:pPr>
            <a:endParaRPr lang="it-IT" sz="2000" dirty="0"/>
          </a:p>
          <a:p>
            <a:pPr marL="0" indent="0">
              <a:spcBef>
                <a:spcPts val="0"/>
              </a:spcBef>
              <a:buNone/>
            </a:pPr>
            <a:r>
              <a:rPr lang="it-IT" sz="2000" b="1" dirty="0"/>
              <a:t>Ufficio federale di statistica</a:t>
            </a:r>
          </a:p>
          <a:p>
            <a:pPr marL="0" indent="0">
              <a:spcBef>
                <a:spcPts val="0"/>
              </a:spcBef>
              <a:buNone/>
            </a:pPr>
            <a:r>
              <a:rPr lang="it-IT" sz="2000" dirty="0">
                <a:hlinkClick r:id="rId5"/>
              </a:rPr>
              <a:t>https://www.bfs.admin.ch/bfs/it/home.html</a:t>
            </a:r>
            <a:endParaRPr lang="it-IT" sz="2000" dirty="0"/>
          </a:p>
          <a:p>
            <a:pPr marL="0" indent="0">
              <a:spcBef>
                <a:spcPts val="0"/>
              </a:spcBef>
              <a:buNone/>
            </a:pPr>
            <a:endParaRPr lang="it-IT" sz="2000" dirty="0"/>
          </a:p>
          <a:p>
            <a:pPr marL="0" indent="0">
              <a:spcBef>
                <a:spcPts val="0"/>
              </a:spcBef>
              <a:buNone/>
            </a:pPr>
            <a:r>
              <a:rPr lang="it-IT" sz="2000" b="1" dirty="0" err="1"/>
              <a:t>Eurofound</a:t>
            </a:r>
            <a:endParaRPr lang="it-IT" sz="2000" b="1" dirty="0"/>
          </a:p>
          <a:p>
            <a:pPr marL="0" indent="0">
              <a:spcBef>
                <a:spcPts val="0"/>
              </a:spcBef>
              <a:buNone/>
            </a:pPr>
            <a:r>
              <a:rPr lang="it-IT" sz="2000" dirty="0">
                <a:hlinkClick r:id="rId6"/>
              </a:rPr>
              <a:t>https://european-union.europa.eu/institutions-law-budget/institutions-and-bodies/search-all-eu-institutions-and-bodies/eurofound_it</a:t>
            </a:r>
            <a:endParaRPr lang="it-IT" sz="2000" dirty="0"/>
          </a:p>
          <a:p>
            <a:pPr marL="0" indent="0">
              <a:spcBef>
                <a:spcPts val="0"/>
              </a:spcBef>
              <a:buNone/>
            </a:pPr>
            <a:endParaRPr lang="it-IT" sz="2000" dirty="0"/>
          </a:p>
          <a:p>
            <a:pPr marL="0" indent="0">
              <a:spcBef>
                <a:spcPts val="0"/>
              </a:spcBef>
              <a:buNone/>
            </a:pPr>
            <a:r>
              <a:rPr lang="it-IT" sz="2000" b="1" dirty="0"/>
              <a:t>Organizzazione internazionale del lavoro</a:t>
            </a:r>
          </a:p>
          <a:p>
            <a:pPr marL="0" indent="0">
              <a:spcBef>
                <a:spcPts val="0"/>
              </a:spcBef>
              <a:buNone/>
            </a:pPr>
            <a:r>
              <a:rPr lang="it-IT" sz="2000" dirty="0">
                <a:hlinkClick r:id="rId7"/>
              </a:rPr>
              <a:t>https://www.ilo.org/global/lang--en/index.htm</a:t>
            </a:r>
            <a:endParaRPr lang="it-IT" sz="2000" dirty="0"/>
          </a:p>
          <a:p>
            <a:pPr marL="0" indent="0">
              <a:spcBef>
                <a:spcPts val="0"/>
              </a:spcBef>
              <a:buNone/>
            </a:pPr>
            <a:endParaRPr lang="it-IT" sz="2000" dirty="0"/>
          </a:p>
          <a:p>
            <a:pPr>
              <a:spcBef>
                <a:spcPts val="0"/>
              </a:spcBef>
            </a:pPr>
            <a:endParaRPr lang="it-IT" sz="2400" dirty="0"/>
          </a:p>
          <a:p>
            <a:pPr marL="0" indent="0">
              <a:spcBef>
                <a:spcPts val="0"/>
              </a:spcBef>
              <a:buNone/>
            </a:pPr>
            <a:endParaRPr lang="it-IT" sz="2400" dirty="0">
              <a:solidFill>
                <a:schemeClr val="accent2"/>
              </a:solidFill>
            </a:endParaRPr>
          </a:p>
          <a:p>
            <a:endParaRPr lang="it-IT" sz="2400" dirty="0">
              <a:solidFill>
                <a:schemeClr val="accent2"/>
              </a:solidFill>
            </a:endParaRPr>
          </a:p>
        </p:txBody>
      </p:sp>
    </p:spTree>
    <p:extLst>
      <p:ext uri="{BB962C8B-B14F-4D97-AF65-F5344CB8AC3E}">
        <p14:creationId xmlns:p14="http://schemas.microsoft.com/office/powerpoint/2010/main" val="252085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p:cNvSpPr>
            <a:spLocks noGrp="1"/>
          </p:cNvSpPr>
          <p:nvPr>
            <p:ph type="title"/>
          </p:nvPr>
        </p:nvSpPr>
        <p:spPr/>
        <p:txBody>
          <a:bodyPr/>
          <a:lstStyle/>
          <a:p>
            <a:pPr algn="ctr"/>
            <a:r>
              <a:rPr lang="it-CH" b="1" u="sng" dirty="0"/>
              <a:t>Enciclopedie e dizionari specifici</a:t>
            </a:r>
          </a:p>
        </p:txBody>
      </p:sp>
      <p:sp>
        <p:nvSpPr>
          <p:cNvPr id="2" name="Segnaposto data 1"/>
          <p:cNvSpPr>
            <a:spLocks noGrp="1"/>
          </p:cNvSpPr>
          <p:nvPr>
            <p:ph type="dt" sz="half" idx="10"/>
          </p:nvPr>
        </p:nvSpPr>
        <p:spPr/>
        <p:txBody>
          <a:bodyPr/>
          <a:lstStyle/>
          <a:p>
            <a:pPr>
              <a:defRPr/>
            </a:pPr>
            <a:fld id="{75E066C3-B48B-4F25-8BE5-3E21A309C7C7}" type="datetime1">
              <a:rPr lang="it-IT" smtClean="0"/>
              <a:pPr>
                <a:defRPr/>
              </a:pPr>
              <a:t>02/03/2026</a:t>
            </a:fld>
            <a:endParaRPr lang="it-IT"/>
          </a:p>
        </p:txBody>
      </p:sp>
      <p:sp>
        <p:nvSpPr>
          <p:cNvPr id="3" name="Segnaposto numero diapositiva 2"/>
          <p:cNvSpPr>
            <a:spLocks noGrp="1"/>
          </p:cNvSpPr>
          <p:nvPr>
            <p:ph type="sldNum" sz="quarter" idx="12"/>
          </p:nvPr>
        </p:nvSpPr>
        <p:spPr/>
        <p:txBody>
          <a:bodyPr/>
          <a:lstStyle/>
          <a:p>
            <a:pPr>
              <a:defRPr/>
            </a:pPr>
            <a:fld id="{0E4ABB4F-BE52-48DA-B381-BDB52B670DBB}" type="slidenum">
              <a:rPr lang="it-IT" smtClean="0"/>
              <a:pPr>
                <a:defRPr/>
              </a:pPr>
              <a:t>3</a:t>
            </a:fld>
            <a:endParaRPr lang="it-IT"/>
          </a:p>
        </p:txBody>
      </p:sp>
      <p:sp>
        <p:nvSpPr>
          <p:cNvPr id="5" name="Rettangolo 4"/>
          <p:cNvSpPr/>
          <p:nvPr/>
        </p:nvSpPr>
        <p:spPr>
          <a:xfrm>
            <a:off x="305999" y="1628800"/>
            <a:ext cx="7578369" cy="1754326"/>
          </a:xfrm>
          <a:prstGeom prst="rect">
            <a:avLst/>
          </a:prstGeom>
        </p:spPr>
        <p:txBody>
          <a:bodyPr wrap="square">
            <a:spAutoFit/>
          </a:bodyPr>
          <a:lstStyle/>
          <a:p>
            <a:r>
              <a:rPr lang="it-CH" dirty="0"/>
              <a:t>Gallino, L. (2014), Dizionario di sociologia, UTET </a:t>
            </a:r>
          </a:p>
          <a:p>
            <a:r>
              <a:rPr lang="it-CH" dirty="0"/>
              <a:t>Campanini, A. (Dir.) (2015), Nuovo dizionario di servizio sociale, Carocci editore</a:t>
            </a:r>
          </a:p>
          <a:p>
            <a:r>
              <a:rPr lang="it-CH" dirty="0"/>
              <a:t>Dizionario storico della Svizzera: https://hls-dhs-dss.ch/it/</a:t>
            </a:r>
          </a:p>
          <a:p>
            <a:r>
              <a:rPr lang="it-CH" dirty="0">
                <a:hlinkClick r:id="rId2"/>
              </a:rPr>
              <a:t>www.treccani.it</a:t>
            </a:r>
            <a:endParaRPr lang="it-CH" dirty="0"/>
          </a:p>
          <a:p>
            <a:r>
              <a:rPr lang="it-CH" dirty="0">
                <a:hlinkClick r:id="rId3"/>
              </a:rPr>
              <a:t>www.ilsapere.it</a:t>
            </a:r>
            <a:endParaRPr lang="it-CH" dirty="0"/>
          </a:p>
        </p:txBody>
      </p:sp>
      <p:sp>
        <p:nvSpPr>
          <p:cNvPr id="7" name="CasellaDiTesto 6"/>
          <p:cNvSpPr txBox="1"/>
          <p:nvPr/>
        </p:nvSpPr>
        <p:spPr bwMode="auto">
          <a:xfrm>
            <a:off x="305999" y="4365104"/>
            <a:ext cx="8154433" cy="276999"/>
          </a:xfrm>
          <a:prstGeom prst="rect">
            <a:avLst/>
          </a:prstGeom>
          <a:noFill/>
          <a:ln w="9525">
            <a:noFill/>
            <a:miter lim="800000"/>
            <a:headEnd/>
            <a:tailEnd/>
          </a:ln>
        </p:spPr>
        <p:txBody>
          <a:bodyPr wrap="square" lIns="0" tIns="0" rIns="0" bIns="0" rtlCol="0">
            <a:prstTxWarp prst="textNoShape">
              <a:avLst/>
            </a:prstTxWarp>
            <a:spAutoFit/>
          </a:bodyPr>
          <a:lstStyle/>
          <a:p>
            <a:pPr eaLnBrk="0" hangingPunct="0">
              <a:spcBef>
                <a:spcPct val="20000"/>
              </a:spcBef>
            </a:pPr>
            <a:r>
              <a:rPr lang="it-CH" kern="0" dirty="0">
                <a:latin typeface="+mn-lt"/>
                <a:ea typeface="ＭＳ Ｐゴシック" pitchFamily="-112" charset="-128"/>
                <a:cs typeface="ＭＳ Ｐゴシック" pitchFamily="-112" charset="-128"/>
              </a:rPr>
              <a:t>Testi utili soprattutto per cominciare a definire un tema o un concetto. </a:t>
            </a:r>
          </a:p>
        </p:txBody>
      </p:sp>
    </p:spTree>
    <p:extLst>
      <p:ext uri="{BB962C8B-B14F-4D97-AF65-F5344CB8AC3E}">
        <p14:creationId xmlns:p14="http://schemas.microsoft.com/office/powerpoint/2010/main" val="165099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46232F-4C5C-ADB2-9E64-27CE65C6E7FF}"/>
              </a:ext>
            </a:extLst>
          </p:cNvPr>
          <p:cNvSpPr>
            <a:spLocks noGrp="1"/>
          </p:cNvSpPr>
          <p:nvPr>
            <p:ph type="title"/>
          </p:nvPr>
        </p:nvSpPr>
        <p:spPr/>
        <p:txBody>
          <a:bodyPr/>
          <a:lstStyle/>
          <a:p>
            <a:r>
              <a:rPr lang="it-CH" dirty="0"/>
              <a:t>Bibliografia</a:t>
            </a:r>
          </a:p>
        </p:txBody>
      </p:sp>
      <p:sp>
        <p:nvSpPr>
          <p:cNvPr id="3" name="Segnaposto data 2">
            <a:extLst>
              <a:ext uri="{FF2B5EF4-FFF2-40B4-BE49-F238E27FC236}">
                <a16:creationId xmlns:a16="http://schemas.microsoft.com/office/drawing/2014/main" id="{4B796B71-3831-D565-CF4B-9815EC74B014}"/>
              </a:ext>
            </a:extLst>
          </p:cNvPr>
          <p:cNvSpPr>
            <a:spLocks noGrp="1"/>
          </p:cNvSpPr>
          <p:nvPr>
            <p:ph type="dt" sz="half" idx="10"/>
          </p:nvPr>
        </p:nvSpPr>
        <p:spPr/>
        <p:txBody>
          <a:bodyPr/>
          <a:lstStyle/>
          <a:p>
            <a:fld id="{2DD762D1-D827-451F-9CF4-6B875B86FCA4}" type="datetime1">
              <a:rPr lang="it-IT" altLang="it-CH" smtClean="0"/>
              <a:pPr/>
              <a:t>02/03/2026</a:t>
            </a:fld>
            <a:endParaRPr lang="it-IT" altLang="it-CH"/>
          </a:p>
        </p:txBody>
      </p:sp>
      <p:sp>
        <p:nvSpPr>
          <p:cNvPr id="4" name="Segnaposto numero diapositiva 3">
            <a:extLst>
              <a:ext uri="{FF2B5EF4-FFF2-40B4-BE49-F238E27FC236}">
                <a16:creationId xmlns:a16="http://schemas.microsoft.com/office/drawing/2014/main" id="{636CB337-1E20-FA84-3B31-BF5CC781C229}"/>
              </a:ext>
            </a:extLst>
          </p:cNvPr>
          <p:cNvSpPr>
            <a:spLocks noGrp="1"/>
          </p:cNvSpPr>
          <p:nvPr>
            <p:ph type="sldNum" sz="quarter" idx="12"/>
          </p:nvPr>
        </p:nvSpPr>
        <p:spPr/>
        <p:txBody>
          <a:bodyPr/>
          <a:lstStyle/>
          <a:p>
            <a:fld id="{7D66D9C8-8801-44A2-AB14-A2AB3C9CBF31}" type="slidenum">
              <a:rPr lang="it-IT" altLang="it-CH" smtClean="0"/>
              <a:pPr/>
              <a:t>4</a:t>
            </a:fld>
            <a:endParaRPr lang="it-IT" altLang="it-CH"/>
          </a:p>
        </p:txBody>
      </p:sp>
      <p:sp>
        <p:nvSpPr>
          <p:cNvPr id="5" name="CasellaDiTesto 4">
            <a:extLst>
              <a:ext uri="{FF2B5EF4-FFF2-40B4-BE49-F238E27FC236}">
                <a16:creationId xmlns:a16="http://schemas.microsoft.com/office/drawing/2014/main" id="{ED1E8074-7785-4C51-C0B5-120C6421C30C}"/>
              </a:ext>
            </a:extLst>
          </p:cNvPr>
          <p:cNvSpPr txBox="1"/>
          <p:nvPr/>
        </p:nvSpPr>
        <p:spPr bwMode="auto">
          <a:xfrm>
            <a:off x="323850" y="1844675"/>
            <a:ext cx="7992566" cy="2031325"/>
          </a:xfrm>
          <a:prstGeom prst="rect">
            <a:avLst/>
          </a:prstGeom>
          <a:noFill/>
          <a:ln w="9525">
            <a:noFill/>
            <a:miter lim="800000"/>
            <a:headEnd/>
            <a:tailEnd/>
          </a:ln>
        </p:spPr>
        <p:txBody>
          <a:bodyPr wrap="square" lIns="0" tIns="0" rIns="0" bIns="0" rtlCol="0">
            <a:prstTxWarp prst="textNoShape">
              <a:avLst/>
            </a:prstTxWarp>
            <a:spAutoFit/>
          </a:bodyPr>
          <a:lstStyle/>
          <a:p>
            <a:pPr eaLnBrk="0" hangingPunct="0">
              <a:spcBef>
                <a:spcPct val="20000"/>
              </a:spcBef>
            </a:pPr>
            <a:r>
              <a:rPr lang="it-CH" sz="2000" kern="0" dirty="0">
                <a:latin typeface="+mn-lt"/>
                <a:ea typeface="ＭＳ Ｐゴシック" pitchFamily="-112" charset="-128"/>
                <a:cs typeface="ＭＳ Ｐゴシック" pitchFamily="-112" charset="-128"/>
              </a:rPr>
              <a:t>Utilizzare il sistema APA7  e </a:t>
            </a:r>
            <a:r>
              <a:rPr lang="it-CH" sz="2000" kern="0" dirty="0" err="1">
                <a:latin typeface="+mn-lt"/>
                <a:ea typeface="ＭＳ Ｐゴシック" pitchFamily="-112" charset="-128"/>
                <a:cs typeface="ＭＳ Ｐゴシック" pitchFamily="-112" charset="-128"/>
              </a:rPr>
              <a:t>Zotero</a:t>
            </a:r>
            <a:endParaRPr lang="it-CH" sz="2000" kern="0" dirty="0">
              <a:latin typeface="+mn-lt"/>
              <a:ea typeface="ＭＳ Ｐゴシック" pitchFamily="-112" charset="-128"/>
              <a:cs typeface="ＭＳ Ｐゴシック" pitchFamily="-112" charset="-128"/>
            </a:endParaRPr>
          </a:p>
          <a:p>
            <a:pPr eaLnBrk="0" hangingPunct="0">
              <a:spcBef>
                <a:spcPct val="20000"/>
              </a:spcBef>
            </a:pPr>
            <a:endParaRPr lang="it-CH" sz="2000" kern="0" dirty="0">
              <a:latin typeface="+mn-lt"/>
              <a:ea typeface="ＭＳ Ｐゴシック" pitchFamily="-112" charset="-128"/>
              <a:cs typeface="ＭＳ Ｐゴシック" pitchFamily="-112" charset="-128"/>
            </a:endParaRPr>
          </a:p>
          <a:p>
            <a:pPr eaLnBrk="0" hangingPunct="0">
              <a:spcBef>
                <a:spcPct val="20000"/>
              </a:spcBef>
            </a:pPr>
            <a:endParaRPr lang="it-CH" sz="2000" kern="0" dirty="0">
              <a:latin typeface="+mn-lt"/>
              <a:ea typeface="ＭＳ Ｐゴシック" pitchFamily="-112" charset="-128"/>
              <a:cs typeface="ＭＳ Ｐゴシック" pitchFamily="-112" charset="-128"/>
            </a:endParaRPr>
          </a:p>
          <a:p>
            <a:pPr eaLnBrk="0" hangingPunct="0">
              <a:spcBef>
                <a:spcPct val="20000"/>
              </a:spcBef>
            </a:pPr>
            <a:r>
              <a:rPr lang="it-CH" sz="2000" kern="0" dirty="0">
                <a:latin typeface="+mn-lt"/>
                <a:ea typeface="ＭＳ Ｐゴシック" pitchFamily="-112" charset="-128"/>
                <a:cs typeface="ＭＳ Ｐゴシック" pitchFamily="-112" charset="-128"/>
              </a:rPr>
              <a:t>Su </a:t>
            </a:r>
            <a:r>
              <a:rPr lang="it-CH" sz="2000" kern="0" dirty="0" err="1">
                <a:latin typeface="+mn-lt"/>
                <a:ea typeface="ＭＳ Ｐゴシック" pitchFamily="-112" charset="-128"/>
                <a:cs typeface="ＭＳ Ｐゴシック" pitchFamily="-112" charset="-128"/>
              </a:rPr>
              <a:t>icorsi</a:t>
            </a:r>
            <a:r>
              <a:rPr lang="it-CH" sz="2000" kern="0" dirty="0">
                <a:latin typeface="+mn-lt"/>
                <a:ea typeface="ＭＳ Ｐゴシック" pitchFamily="-112" charset="-128"/>
                <a:cs typeface="ＭＳ Ｐゴシック" pitchFamily="-112" charset="-128"/>
              </a:rPr>
              <a:t> avete accesso sia al materiale del corso di accompagnamento allo studio e ricerca bibliografica sia al corso per l’utilizzo di </a:t>
            </a:r>
            <a:r>
              <a:rPr lang="it-CH" sz="2000" kern="0" dirty="0" err="1">
                <a:latin typeface="+mn-lt"/>
                <a:ea typeface="ＭＳ Ｐゴシック" pitchFamily="-112" charset="-128"/>
                <a:cs typeface="ＭＳ Ｐゴシック" pitchFamily="-112" charset="-128"/>
              </a:rPr>
              <a:t>Zotero</a:t>
            </a:r>
            <a:endParaRPr lang="it-CH" sz="2000" kern="0" dirty="0">
              <a:latin typeface="+mn-lt"/>
              <a:ea typeface="ＭＳ Ｐゴシック" pitchFamily="-112" charset="-128"/>
              <a:cs typeface="ＭＳ Ｐゴシック" pitchFamily="-112" charset="-128"/>
            </a:endParaRPr>
          </a:p>
        </p:txBody>
      </p:sp>
    </p:spTree>
    <p:extLst>
      <p:ext uri="{BB962C8B-B14F-4D97-AF65-F5344CB8AC3E}">
        <p14:creationId xmlns:p14="http://schemas.microsoft.com/office/powerpoint/2010/main" val="199711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5395-3827-2BB3-52CB-E184C69BC586}"/>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357EEE8C-F030-A771-EA54-14327063CEB0}"/>
              </a:ext>
            </a:extLst>
          </p:cNvPr>
          <p:cNvSpPr>
            <a:spLocks noGrp="1"/>
          </p:cNvSpPr>
          <p:nvPr>
            <p:ph type="title"/>
          </p:nvPr>
        </p:nvSpPr>
        <p:spPr>
          <a:xfrm>
            <a:off x="312343" y="2336700"/>
            <a:ext cx="8519314" cy="2184600"/>
          </a:xfrm>
        </p:spPr>
        <p:txBody>
          <a:bodyPr anchor="ctr"/>
          <a:lstStyle/>
          <a:p>
            <a:pPr algn="ctr"/>
            <a:r>
              <a:rPr lang="it-CH" dirty="0">
                <a:latin typeface="Arial" panose="020B0604020202020204" pitchFamily="34" charset="0"/>
                <a:cs typeface="Arial" panose="020B0604020202020204" pitchFamily="34" charset="0"/>
              </a:rPr>
              <a:t>Quando e </a:t>
            </a:r>
            <a:r>
              <a:rPr lang="it-CH">
                <a:latin typeface="Arial" panose="020B0604020202020204" pitchFamily="34" charset="0"/>
                <a:cs typeface="Arial" panose="020B0604020202020204" pitchFamily="34" charset="0"/>
              </a:rPr>
              <a:t>come utilizzare l’IA</a:t>
            </a:r>
            <a:endParaRPr lang="it-CH" dirty="0">
              <a:latin typeface="Arial" panose="020B0604020202020204" pitchFamily="34" charset="0"/>
              <a:cs typeface="Arial" panose="020B0604020202020204" pitchFamily="34" charset="0"/>
            </a:endParaRPr>
          </a:p>
        </p:txBody>
      </p:sp>
      <p:sp>
        <p:nvSpPr>
          <p:cNvPr id="3" name="Segnaposto numero diapositiva 2">
            <a:extLst>
              <a:ext uri="{FF2B5EF4-FFF2-40B4-BE49-F238E27FC236}">
                <a16:creationId xmlns:a16="http://schemas.microsoft.com/office/drawing/2014/main" id="{5B8CA51F-E4B0-034B-AAA3-3532915F759A}"/>
              </a:ext>
            </a:extLst>
          </p:cNvPr>
          <p:cNvSpPr>
            <a:spLocks noGrp="1"/>
          </p:cNvSpPr>
          <p:nvPr>
            <p:ph type="sldNum" sz="quarter" idx="12"/>
          </p:nvPr>
        </p:nvSpPr>
        <p:spPr/>
        <p:txBody>
          <a:bodyPr/>
          <a:lstStyle/>
          <a:p>
            <a:fld id="{6001AEBB-FDB4-4789-9999-42843AD5DACB}" type="slidenum">
              <a:rPr lang="it-IT" altLang="it-CH" smtClean="0"/>
              <a:pPr/>
              <a:t>5</a:t>
            </a:fld>
            <a:endParaRPr lang="it-IT" altLang="it-CH"/>
          </a:p>
        </p:txBody>
      </p:sp>
    </p:spTree>
    <p:extLst>
      <p:ext uri="{BB962C8B-B14F-4D97-AF65-F5344CB8AC3E}">
        <p14:creationId xmlns:p14="http://schemas.microsoft.com/office/powerpoint/2010/main" val="1667381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Segnaposto contenuto 9"/>
          <p:cNvSpPr>
            <a:spLocks noGrp="1"/>
          </p:cNvSpPr>
          <p:nvPr>
            <p:ph idx="1"/>
          </p:nvPr>
        </p:nvSpPr>
        <p:spPr>
          <a:xfrm>
            <a:off x="314758" y="1288297"/>
            <a:ext cx="8721738" cy="4896520"/>
          </a:xfrm>
        </p:spPr>
        <p:txBody>
          <a:bodyPr/>
          <a:lstStyle/>
          <a:p>
            <a:pPr marL="0" indent="0">
              <a:lnSpc>
                <a:spcPct val="130000"/>
              </a:lnSpc>
              <a:spcAft>
                <a:spcPts val="600"/>
              </a:spcAft>
              <a:buNone/>
            </a:pPr>
            <a:r>
              <a:rPr lang="it-CH" altLang="it-CH" sz="2000" b="1" dirty="0"/>
              <a:t>Contributi indiretti dell’IA (Université di Neuchâtel, </a:t>
            </a:r>
            <a:r>
              <a:rPr lang="it-CH" altLang="it-CH" sz="2000" b="1" dirty="0" err="1"/>
              <a:t>n.d</a:t>
            </a:r>
            <a:r>
              <a:rPr lang="it-CH" altLang="it-CH" sz="2000" b="1" dirty="0"/>
              <a:t>): </a:t>
            </a:r>
          </a:p>
          <a:p>
            <a:pPr>
              <a:lnSpc>
                <a:spcPct val="130000"/>
              </a:lnSpc>
              <a:spcAft>
                <a:spcPts val="0"/>
              </a:spcAft>
            </a:pPr>
            <a:r>
              <a:rPr lang="it-CH" sz="2000" dirty="0"/>
              <a:t>l’IA fornisce ispirazione o idee iniziali sul tema trattato; </a:t>
            </a:r>
          </a:p>
          <a:p>
            <a:pPr>
              <a:lnSpc>
                <a:spcPct val="130000"/>
              </a:lnSpc>
              <a:spcAft>
                <a:spcPts val="0"/>
              </a:spcAft>
            </a:pPr>
            <a:r>
              <a:rPr lang="it-CH" sz="2000" dirty="0"/>
              <a:t>l’IA è un supporto per raccogliere o organizzare materiali di ricerca (p.es. gestire le citazioni, organizzare la revisione della letteratura); verificare l’ortografia e la grammatica.</a:t>
            </a:r>
          </a:p>
          <a:p>
            <a:pPr>
              <a:lnSpc>
                <a:spcPct val="130000"/>
              </a:lnSpc>
              <a:spcAft>
                <a:spcPts val="600"/>
              </a:spcAft>
            </a:pPr>
            <a:r>
              <a:rPr lang="it-CH" altLang="it-CH" sz="2000" dirty="0"/>
              <a:t>l’IA fornisce un supporto per la traduzione ma poi il testo è riletto criticamente dall’autore/autrice e modificato.</a:t>
            </a:r>
          </a:p>
          <a:p>
            <a:pPr marL="0" indent="0">
              <a:lnSpc>
                <a:spcPct val="130000"/>
              </a:lnSpc>
              <a:spcAft>
                <a:spcPts val="600"/>
              </a:spcAft>
              <a:buNone/>
            </a:pPr>
            <a:r>
              <a:rPr lang="it-CH" altLang="it-CH" sz="2000" b="1" dirty="0"/>
              <a:t>Contributi diretti: </a:t>
            </a:r>
          </a:p>
          <a:p>
            <a:pPr>
              <a:lnSpc>
                <a:spcPct val="130000"/>
              </a:lnSpc>
              <a:spcAft>
                <a:spcPts val="0"/>
              </a:spcAft>
            </a:pPr>
            <a:r>
              <a:rPr lang="it-CH" altLang="it-CH" sz="2000" dirty="0"/>
              <a:t>Generazioni di testi e idee incluse nel testo;</a:t>
            </a:r>
          </a:p>
          <a:p>
            <a:pPr>
              <a:lnSpc>
                <a:spcPct val="130000"/>
              </a:lnSpc>
              <a:spcAft>
                <a:spcPts val="0"/>
              </a:spcAft>
            </a:pPr>
            <a:r>
              <a:rPr lang="it-CH" altLang="it-CH" sz="2000" dirty="0"/>
              <a:t>Analisi e interpretazioni generate dall’IA. </a:t>
            </a:r>
          </a:p>
          <a:p>
            <a:pPr marL="0" indent="0">
              <a:lnSpc>
                <a:spcPct val="130000"/>
              </a:lnSpc>
              <a:spcAft>
                <a:spcPts val="600"/>
              </a:spcAft>
              <a:buNone/>
            </a:pPr>
            <a:endParaRPr lang="it-CH" altLang="it-CH" sz="2000" b="1" dirty="0"/>
          </a:p>
          <a:p>
            <a:pPr marL="0" indent="0">
              <a:lnSpc>
                <a:spcPct val="130000"/>
              </a:lnSpc>
              <a:spcAft>
                <a:spcPts val="600"/>
              </a:spcAft>
              <a:buNone/>
            </a:pPr>
            <a:endParaRPr lang="fr-FR" altLang="it-CH" sz="1600" dirty="0"/>
          </a:p>
        </p:txBody>
      </p:sp>
      <p:sp>
        <p:nvSpPr>
          <p:cNvPr id="5" name="Segnaposto testo 4"/>
          <p:cNvSpPr>
            <a:spLocks noGrp="1"/>
          </p:cNvSpPr>
          <p:nvPr>
            <p:ph type="body" sz="quarter" idx="13"/>
          </p:nvPr>
        </p:nvSpPr>
        <p:spPr/>
        <p:txBody>
          <a:bodyPr/>
          <a:lstStyle/>
          <a:p>
            <a:r>
              <a:rPr lang="it-CH" dirty="0"/>
              <a:t>Seminario Genesi e sviluppo del lavoro sociale</a:t>
            </a:r>
          </a:p>
        </p:txBody>
      </p:sp>
      <p:sp>
        <p:nvSpPr>
          <p:cNvPr id="23555" name="Segnaposto numero diapositiva 5"/>
          <p:cNvSpPr>
            <a:spLocks noGrp="1"/>
          </p:cNvSpPr>
          <p:nvPr>
            <p:ph type="sldNum" sz="quarter" idx="15"/>
          </p:nvPr>
        </p:nvSpPr>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20000"/>
              </a:spcBef>
              <a:spcAft>
                <a:spcPct val="0"/>
              </a:spcAft>
              <a:buClrTx/>
              <a:buSzTx/>
              <a:buFontTx/>
              <a:buNone/>
              <a:tabLst/>
              <a:defRPr/>
            </a:pPr>
            <a:fld id="{69338CD7-7D34-441E-AB6E-2CDFA2D870E9}" type="slidenum">
              <a:rPr kumimoji="0" lang="it-IT" altLang="it-CH" sz="20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20000"/>
                </a:spcBef>
                <a:spcAft>
                  <a:spcPct val="0"/>
                </a:spcAft>
                <a:buClrTx/>
                <a:buSzTx/>
                <a:buFontTx/>
                <a:buNone/>
                <a:tabLst/>
                <a:defRPr/>
              </a:pPr>
              <a:t>6</a:t>
            </a:fld>
            <a:endParaRPr kumimoji="0" lang="it-IT" altLang="it-CH"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itolo 1">
            <a:extLst>
              <a:ext uri="{FF2B5EF4-FFF2-40B4-BE49-F238E27FC236}">
                <a16:creationId xmlns:a16="http://schemas.microsoft.com/office/drawing/2014/main" id="{B898E647-153E-2078-67A8-CFA3FD8D1A3A}"/>
              </a:ext>
            </a:extLst>
          </p:cNvPr>
          <p:cNvSpPr txBox="1">
            <a:spLocks/>
          </p:cNvSpPr>
          <p:nvPr/>
        </p:nvSpPr>
        <p:spPr bwMode="auto">
          <a:xfrm>
            <a:off x="314758" y="510448"/>
            <a:ext cx="84963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400">
                <a:solidFill>
                  <a:schemeClr val="accent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5pPr>
            <a:lvl6pPr marL="457200" algn="l" rtl="0" fontAlgn="base">
              <a:spcBef>
                <a:spcPct val="0"/>
              </a:spcBef>
              <a:spcAft>
                <a:spcPct val="0"/>
              </a:spcAft>
              <a:defRPr sz="2800">
                <a:solidFill>
                  <a:schemeClr val="accent2"/>
                </a:solidFill>
                <a:latin typeface="Times New Roman" pitchFamily="-112" charset="-52"/>
              </a:defRPr>
            </a:lvl6pPr>
            <a:lvl7pPr marL="914400" algn="l" rtl="0" fontAlgn="base">
              <a:spcBef>
                <a:spcPct val="0"/>
              </a:spcBef>
              <a:spcAft>
                <a:spcPct val="0"/>
              </a:spcAft>
              <a:defRPr sz="2800">
                <a:solidFill>
                  <a:schemeClr val="accent2"/>
                </a:solidFill>
                <a:latin typeface="Times New Roman" pitchFamily="-112" charset="-52"/>
              </a:defRPr>
            </a:lvl7pPr>
            <a:lvl8pPr marL="1371600" algn="l" rtl="0" fontAlgn="base">
              <a:spcBef>
                <a:spcPct val="0"/>
              </a:spcBef>
              <a:spcAft>
                <a:spcPct val="0"/>
              </a:spcAft>
              <a:defRPr sz="2800">
                <a:solidFill>
                  <a:schemeClr val="accent2"/>
                </a:solidFill>
                <a:latin typeface="Times New Roman" pitchFamily="-112" charset="-52"/>
              </a:defRPr>
            </a:lvl8pPr>
            <a:lvl9pPr marL="1828800" algn="l" rtl="0" fontAlgn="base">
              <a:spcBef>
                <a:spcPct val="0"/>
              </a:spcBef>
              <a:spcAft>
                <a:spcPct val="0"/>
              </a:spcAft>
              <a:defRPr sz="2800">
                <a:solidFill>
                  <a:schemeClr val="accent2"/>
                </a:solidFill>
                <a:latin typeface="Times New Roman" pitchFamily="-112" charset="-52"/>
              </a:defRPr>
            </a:lvl9pPr>
          </a:lstStyle>
          <a:p>
            <a:r>
              <a:rPr lang="it-CH" altLang="it-CH" kern="0" dirty="0">
                <a:latin typeface="Arial" panose="020B0604020202020204" pitchFamily="34" charset="0"/>
                <a:cs typeface="Arial" panose="020B0604020202020204" pitchFamily="34" charset="0"/>
              </a:rPr>
              <a:t>Ausili tecnologici (p.es. IA)</a:t>
            </a:r>
          </a:p>
        </p:txBody>
      </p:sp>
    </p:spTree>
    <p:extLst>
      <p:ext uri="{BB962C8B-B14F-4D97-AF65-F5344CB8AC3E}">
        <p14:creationId xmlns:p14="http://schemas.microsoft.com/office/powerpoint/2010/main" val="252312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5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15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15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Segnaposto contenuto 9"/>
          <p:cNvSpPr>
            <a:spLocks noGrp="1"/>
          </p:cNvSpPr>
          <p:nvPr>
            <p:ph idx="1"/>
          </p:nvPr>
        </p:nvSpPr>
        <p:spPr>
          <a:xfrm>
            <a:off x="314758" y="1288297"/>
            <a:ext cx="8721738" cy="4896520"/>
          </a:xfrm>
        </p:spPr>
        <p:txBody>
          <a:bodyPr/>
          <a:lstStyle/>
          <a:p>
            <a:pPr>
              <a:lnSpc>
                <a:spcPct val="130000"/>
              </a:lnSpc>
              <a:spcAft>
                <a:spcPts val="600"/>
              </a:spcAft>
            </a:pPr>
            <a:r>
              <a:rPr lang="it-CH" altLang="it-CH" sz="2000" dirty="0"/>
              <a:t>l’IA non può essere l’unica fonte, l’IA può essere un supporto ma non sostituire il vostro lavoro di analisi. P.es. chiedere all’IA di condurre l’analisi di un corpus di testi in un lavoro di tesi è problematico poiché l’analisi di tali testi è parte integrante di un lavoro di tesi (Burri et al., 2024).</a:t>
            </a:r>
          </a:p>
          <a:p>
            <a:pPr>
              <a:lnSpc>
                <a:spcPct val="130000"/>
              </a:lnSpc>
              <a:spcAft>
                <a:spcPts val="600"/>
              </a:spcAft>
            </a:pPr>
            <a:r>
              <a:rPr lang="it-CH" altLang="it-CH" sz="2000" dirty="0"/>
              <a:t>Verificare sempre le fonti fornite dall’IA.</a:t>
            </a:r>
          </a:p>
          <a:p>
            <a:pPr>
              <a:lnSpc>
                <a:spcPct val="130000"/>
              </a:lnSpc>
              <a:spcAft>
                <a:spcPts val="600"/>
              </a:spcAft>
            </a:pPr>
            <a:r>
              <a:rPr lang="it-CH" altLang="it-CH" sz="2000" dirty="0"/>
              <a:t>Prestare attenzione all’utilizzo dell’IA rispetto alla legge sulla protezione dei dati (p.es. in caso di interviste </a:t>
            </a:r>
            <a:r>
              <a:rPr lang="it-CH" altLang="it-CH" sz="2000"/>
              <a:t>nelle quali si </a:t>
            </a:r>
            <a:r>
              <a:rPr lang="it-CH" altLang="it-CH" sz="2000" dirty="0"/>
              <a:t>è garantito l’anonimato e la confidenzialità) e ai diritti d’autore. Caricare interi testi e dati protetti dalla proprietà intellettuale sull’IA potrebbe infrangere le norme legali in merito (Burri et al., 2024). </a:t>
            </a:r>
            <a:endParaRPr lang="fr-FR" altLang="it-CH" sz="1600" dirty="0"/>
          </a:p>
        </p:txBody>
      </p:sp>
      <p:sp>
        <p:nvSpPr>
          <p:cNvPr id="5" name="Segnaposto testo 4"/>
          <p:cNvSpPr>
            <a:spLocks noGrp="1"/>
          </p:cNvSpPr>
          <p:nvPr>
            <p:ph type="body" sz="quarter" idx="13"/>
          </p:nvPr>
        </p:nvSpPr>
        <p:spPr/>
        <p:txBody>
          <a:bodyPr/>
          <a:lstStyle/>
          <a:p>
            <a:r>
              <a:rPr lang="it-CH" dirty="0"/>
              <a:t>Seminario Genesi e sviluppo del lavoro sociale</a:t>
            </a:r>
          </a:p>
        </p:txBody>
      </p:sp>
      <p:sp>
        <p:nvSpPr>
          <p:cNvPr id="23555" name="Segnaposto numero diapositiva 5"/>
          <p:cNvSpPr>
            <a:spLocks noGrp="1"/>
          </p:cNvSpPr>
          <p:nvPr>
            <p:ph type="sldNum" sz="quarter" idx="15"/>
          </p:nvPr>
        </p:nvSpPr>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20000"/>
              </a:spcBef>
              <a:spcAft>
                <a:spcPct val="0"/>
              </a:spcAft>
              <a:buClrTx/>
              <a:buSzTx/>
              <a:buFontTx/>
              <a:buNone/>
              <a:tabLst/>
              <a:defRPr/>
            </a:pPr>
            <a:fld id="{69338CD7-7D34-441E-AB6E-2CDFA2D870E9}" type="slidenum">
              <a:rPr kumimoji="0" lang="it-IT" altLang="it-CH" sz="20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20000"/>
                </a:spcBef>
                <a:spcAft>
                  <a:spcPct val="0"/>
                </a:spcAft>
                <a:buClrTx/>
                <a:buSzTx/>
                <a:buFontTx/>
                <a:buNone/>
                <a:tabLst/>
                <a:defRPr/>
              </a:pPr>
              <a:t>7</a:t>
            </a:fld>
            <a:endParaRPr kumimoji="0" lang="it-IT" altLang="it-CH"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itolo 1">
            <a:extLst>
              <a:ext uri="{FF2B5EF4-FFF2-40B4-BE49-F238E27FC236}">
                <a16:creationId xmlns:a16="http://schemas.microsoft.com/office/drawing/2014/main" id="{B898E647-153E-2078-67A8-CFA3FD8D1A3A}"/>
              </a:ext>
            </a:extLst>
          </p:cNvPr>
          <p:cNvSpPr txBox="1">
            <a:spLocks/>
          </p:cNvSpPr>
          <p:nvPr/>
        </p:nvSpPr>
        <p:spPr bwMode="auto">
          <a:xfrm>
            <a:off x="314758" y="510448"/>
            <a:ext cx="84963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400">
                <a:solidFill>
                  <a:schemeClr val="accent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5pPr>
            <a:lvl6pPr marL="457200" algn="l" rtl="0" fontAlgn="base">
              <a:spcBef>
                <a:spcPct val="0"/>
              </a:spcBef>
              <a:spcAft>
                <a:spcPct val="0"/>
              </a:spcAft>
              <a:defRPr sz="2800">
                <a:solidFill>
                  <a:schemeClr val="accent2"/>
                </a:solidFill>
                <a:latin typeface="Times New Roman" pitchFamily="-112" charset="-52"/>
              </a:defRPr>
            </a:lvl6pPr>
            <a:lvl7pPr marL="914400" algn="l" rtl="0" fontAlgn="base">
              <a:spcBef>
                <a:spcPct val="0"/>
              </a:spcBef>
              <a:spcAft>
                <a:spcPct val="0"/>
              </a:spcAft>
              <a:defRPr sz="2800">
                <a:solidFill>
                  <a:schemeClr val="accent2"/>
                </a:solidFill>
                <a:latin typeface="Times New Roman" pitchFamily="-112" charset="-52"/>
              </a:defRPr>
            </a:lvl7pPr>
            <a:lvl8pPr marL="1371600" algn="l" rtl="0" fontAlgn="base">
              <a:spcBef>
                <a:spcPct val="0"/>
              </a:spcBef>
              <a:spcAft>
                <a:spcPct val="0"/>
              </a:spcAft>
              <a:defRPr sz="2800">
                <a:solidFill>
                  <a:schemeClr val="accent2"/>
                </a:solidFill>
                <a:latin typeface="Times New Roman" pitchFamily="-112" charset="-52"/>
              </a:defRPr>
            </a:lvl8pPr>
            <a:lvl9pPr marL="1828800" algn="l" rtl="0" fontAlgn="base">
              <a:spcBef>
                <a:spcPct val="0"/>
              </a:spcBef>
              <a:spcAft>
                <a:spcPct val="0"/>
              </a:spcAft>
              <a:defRPr sz="2800">
                <a:solidFill>
                  <a:schemeClr val="accent2"/>
                </a:solidFill>
                <a:latin typeface="Times New Roman" pitchFamily="-112" charset="-52"/>
              </a:defRPr>
            </a:lvl9pPr>
          </a:lstStyle>
          <a:p>
            <a:r>
              <a:rPr lang="it-CH" altLang="it-CH" kern="0" dirty="0">
                <a:latin typeface="Arial" panose="020B0604020202020204" pitchFamily="34" charset="0"/>
                <a:cs typeface="Arial" panose="020B0604020202020204" pitchFamily="34" charset="0"/>
              </a:rPr>
              <a:t>Aspetti a cui prestare attenzione nell’utilizzo dell’IA</a:t>
            </a:r>
          </a:p>
        </p:txBody>
      </p:sp>
    </p:spTree>
    <p:extLst>
      <p:ext uri="{BB962C8B-B14F-4D97-AF65-F5344CB8AC3E}">
        <p14:creationId xmlns:p14="http://schemas.microsoft.com/office/powerpoint/2010/main" val="365579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Segnaposto contenuto 9"/>
          <p:cNvSpPr>
            <a:spLocks noGrp="1"/>
          </p:cNvSpPr>
          <p:nvPr>
            <p:ph idx="1"/>
          </p:nvPr>
        </p:nvSpPr>
        <p:spPr>
          <a:xfrm>
            <a:off x="314758" y="1122356"/>
            <a:ext cx="8721738" cy="4896520"/>
          </a:xfrm>
        </p:spPr>
        <p:txBody>
          <a:bodyPr/>
          <a:lstStyle/>
          <a:p>
            <a:pPr marL="0" indent="0">
              <a:buNone/>
            </a:pPr>
            <a:r>
              <a:rPr lang="it-CH" dirty="0"/>
              <a:t>Attualmente esistono diversi modelli di citazione. Le regole della </a:t>
            </a:r>
            <a:r>
              <a:rPr lang="it-CH" dirty="0" err="1"/>
              <a:t>Modern</a:t>
            </a:r>
            <a:r>
              <a:rPr lang="it-CH" dirty="0"/>
              <a:t> Language Association of America possono servire da modello utile. Quando si citano strumenti basati sull'intelligenza artificiale, è necessario includere i seguenti elementi: </a:t>
            </a:r>
          </a:p>
          <a:p>
            <a:pPr marL="0" indent="0">
              <a:buNone/>
            </a:pPr>
            <a:r>
              <a:rPr lang="it-CH" dirty="0"/>
              <a:t>Titolo: per gli strumenti di generazione di testo, immagini e contenuti multimediali, il prompt (ovvero l'input dell'utente) funge da titolo. Per prompt particolarmente lunghi, citare solo l'inizio del prompt </a:t>
            </a:r>
          </a:p>
          <a:p>
            <a:pPr marL="0" indent="0">
              <a:buNone/>
            </a:pPr>
            <a:r>
              <a:rPr lang="it-CH" dirty="0"/>
              <a:t>Nome e versione dello strumento IA </a:t>
            </a:r>
          </a:p>
          <a:p>
            <a:pPr marL="0" indent="0">
              <a:buNone/>
            </a:pPr>
            <a:r>
              <a:rPr lang="it-CH" dirty="0"/>
              <a:t>Data di generazione del contenuto </a:t>
            </a:r>
          </a:p>
          <a:p>
            <a:endParaRPr lang="it-CH" dirty="0"/>
          </a:p>
          <a:p>
            <a:pPr marL="0" indent="0">
              <a:buNone/>
            </a:pPr>
            <a:r>
              <a:rPr lang="it-CH" b="1" dirty="0"/>
              <a:t>Esempi di citazioni nel testo </a:t>
            </a:r>
            <a:endParaRPr lang="it-CH" dirty="0"/>
          </a:p>
          <a:p>
            <a:pPr marL="0" indent="0">
              <a:buNone/>
            </a:pPr>
            <a:r>
              <a:rPr lang="it-CH" i="1" dirty="0"/>
              <a:t>Esempio 1. </a:t>
            </a:r>
            <a:r>
              <a:rPr lang="it-CH" dirty="0"/>
              <a:t>Citazione letterale del testo </a:t>
            </a:r>
          </a:p>
          <a:p>
            <a:pPr marL="0" indent="0">
              <a:buNone/>
            </a:pPr>
            <a:r>
              <a:rPr lang="it-CH" dirty="0"/>
              <a:t>“Il lavoro sociale è un’attività professionale che mira a migliorare il benessere delle persone, delle famiglie e delle comunità soprattutto quando si trovano in situazioni di difficoltà o vulnerabilità”. </a:t>
            </a:r>
          </a:p>
          <a:p>
            <a:pPr marL="0" indent="0">
              <a:buNone/>
            </a:pPr>
            <a:r>
              <a:rPr lang="it-CH" dirty="0"/>
              <a:t>("Cosa è il lavoro sociale?", Microsoft 365 </a:t>
            </a:r>
            <a:r>
              <a:rPr lang="it-CH" dirty="0" err="1"/>
              <a:t>Copilot</a:t>
            </a:r>
            <a:r>
              <a:rPr lang="it-CH" dirty="0"/>
              <a:t>, 10.11.2025). </a:t>
            </a:r>
          </a:p>
        </p:txBody>
      </p:sp>
      <p:sp>
        <p:nvSpPr>
          <p:cNvPr id="5" name="Segnaposto testo 4"/>
          <p:cNvSpPr>
            <a:spLocks noGrp="1"/>
          </p:cNvSpPr>
          <p:nvPr>
            <p:ph type="body" sz="quarter" idx="13"/>
          </p:nvPr>
        </p:nvSpPr>
        <p:spPr/>
        <p:txBody>
          <a:bodyPr/>
          <a:lstStyle/>
          <a:p>
            <a:r>
              <a:rPr lang="it-CH" dirty="0"/>
              <a:t>Seminario Genesi e sviluppo del lavoro sociale</a:t>
            </a:r>
          </a:p>
        </p:txBody>
      </p:sp>
      <p:sp>
        <p:nvSpPr>
          <p:cNvPr id="23555" name="Segnaposto numero diapositiva 5"/>
          <p:cNvSpPr>
            <a:spLocks noGrp="1"/>
          </p:cNvSpPr>
          <p:nvPr>
            <p:ph type="sldNum" sz="quarter" idx="15"/>
          </p:nvPr>
        </p:nvSpPr>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20000"/>
              </a:spcBef>
              <a:spcAft>
                <a:spcPct val="0"/>
              </a:spcAft>
              <a:buClrTx/>
              <a:buSzTx/>
              <a:buFontTx/>
              <a:buNone/>
              <a:tabLst/>
              <a:defRPr/>
            </a:pPr>
            <a:fld id="{69338CD7-7D34-441E-AB6E-2CDFA2D870E9}" type="slidenum">
              <a:rPr kumimoji="0" lang="it-IT" altLang="it-CH" sz="20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20000"/>
                </a:spcBef>
                <a:spcAft>
                  <a:spcPct val="0"/>
                </a:spcAft>
                <a:buClrTx/>
                <a:buSzTx/>
                <a:buFontTx/>
                <a:buNone/>
                <a:tabLst/>
                <a:defRPr/>
              </a:pPr>
              <a:t>8</a:t>
            </a:fld>
            <a:endParaRPr kumimoji="0" lang="it-IT" altLang="it-CH"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 name="Titolo 1">
            <a:extLst>
              <a:ext uri="{FF2B5EF4-FFF2-40B4-BE49-F238E27FC236}">
                <a16:creationId xmlns:a16="http://schemas.microsoft.com/office/drawing/2014/main" id="{B898E647-153E-2078-67A8-CFA3FD8D1A3A}"/>
              </a:ext>
            </a:extLst>
          </p:cNvPr>
          <p:cNvSpPr txBox="1">
            <a:spLocks/>
          </p:cNvSpPr>
          <p:nvPr/>
        </p:nvSpPr>
        <p:spPr bwMode="auto">
          <a:xfrm>
            <a:off x="291395" y="461521"/>
            <a:ext cx="84963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400">
                <a:solidFill>
                  <a:schemeClr val="accent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5pPr>
            <a:lvl6pPr marL="457200" algn="l" rtl="0" fontAlgn="base">
              <a:spcBef>
                <a:spcPct val="0"/>
              </a:spcBef>
              <a:spcAft>
                <a:spcPct val="0"/>
              </a:spcAft>
              <a:defRPr sz="2800">
                <a:solidFill>
                  <a:schemeClr val="accent2"/>
                </a:solidFill>
                <a:latin typeface="Times New Roman" pitchFamily="-112" charset="-52"/>
              </a:defRPr>
            </a:lvl6pPr>
            <a:lvl7pPr marL="914400" algn="l" rtl="0" fontAlgn="base">
              <a:spcBef>
                <a:spcPct val="0"/>
              </a:spcBef>
              <a:spcAft>
                <a:spcPct val="0"/>
              </a:spcAft>
              <a:defRPr sz="2800">
                <a:solidFill>
                  <a:schemeClr val="accent2"/>
                </a:solidFill>
                <a:latin typeface="Times New Roman" pitchFamily="-112" charset="-52"/>
              </a:defRPr>
            </a:lvl7pPr>
            <a:lvl8pPr marL="1371600" algn="l" rtl="0" fontAlgn="base">
              <a:spcBef>
                <a:spcPct val="0"/>
              </a:spcBef>
              <a:spcAft>
                <a:spcPct val="0"/>
              </a:spcAft>
              <a:defRPr sz="2800">
                <a:solidFill>
                  <a:schemeClr val="accent2"/>
                </a:solidFill>
                <a:latin typeface="Times New Roman" pitchFamily="-112" charset="-52"/>
              </a:defRPr>
            </a:lvl8pPr>
            <a:lvl9pPr marL="1828800" algn="l" rtl="0" fontAlgn="base">
              <a:spcBef>
                <a:spcPct val="0"/>
              </a:spcBef>
              <a:spcAft>
                <a:spcPct val="0"/>
              </a:spcAft>
              <a:defRPr sz="2800">
                <a:solidFill>
                  <a:schemeClr val="accent2"/>
                </a:solidFill>
                <a:latin typeface="Times New Roman" pitchFamily="-112" charset="-52"/>
              </a:defRPr>
            </a:lvl9pPr>
          </a:lstStyle>
          <a:p>
            <a:r>
              <a:rPr lang="it-CH" altLang="it-CH" kern="0" dirty="0">
                <a:latin typeface="Arial" panose="020B0604020202020204" pitchFamily="34" charset="0"/>
                <a:cs typeface="Arial" panose="020B0604020202020204" pitchFamily="34" charset="0"/>
              </a:rPr>
              <a:t>Come si cita il supporto fornito dall’intelligenza artificiale?</a:t>
            </a:r>
          </a:p>
        </p:txBody>
      </p:sp>
    </p:spTree>
    <p:extLst>
      <p:ext uri="{BB962C8B-B14F-4D97-AF65-F5344CB8AC3E}">
        <p14:creationId xmlns:p14="http://schemas.microsoft.com/office/powerpoint/2010/main" val="410074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5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15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15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15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4616E9C-49F2-1BCA-EA18-80C2EF187021}"/>
              </a:ext>
            </a:extLst>
          </p:cNvPr>
          <p:cNvSpPr>
            <a:spLocks noGrp="1"/>
          </p:cNvSpPr>
          <p:nvPr>
            <p:ph idx="1"/>
          </p:nvPr>
        </p:nvSpPr>
        <p:spPr>
          <a:xfrm>
            <a:off x="323528" y="980729"/>
            <a:ext cx="8496622" cy="5256560"/>
          </a:xfrm>
        </p:spPr>
        <p:txBody>
          <a:bodyPr/>
          <a:lstStyle/>
          <a:p>
            <a:pPr marL="0" indent="0">
              <a:buNone/>
            </a:pPr>
            <a:r>
              <a:rPr lang="it-CH" i="1" dirty="0"/>
              <a:t>Esempio 2</a:t>
            </a:r>
            <a:r>
              <a:rPr lang="it-CH" dirty="0"/>
              <a:t>. Citazione letterale relativa al libro di un autore </a:t>
            </a:r>
          </a:p>
          <a:p>
            <a:pPr marL="0" indent="0">
              <a:buNone/>
            </a:pPr>
            <a:endParaRPr lang="it-CH" dirty="0"/>
          </a:p>
          <a:p>
            <a:pPr marL="0" indent="0">
              <a:buNone/>
            </a:pPr>
            <a:r>
              <a:rPr lang="it-CH" dirty="0"/>
              <a:t>“Nel libro </a:t>
            </a:r>
            <a:r>
              <a:rPr lang="it-CH" i="1" dirty="0"/>
              <a:t>L’educatore imperfetto. Senso e complessità del lavoro educativo </a:t>
            </a:r>
            <a:r>
              <a:rPr lang="it-CH" dirty="0"/>
              <a:t>(Carocci, ristampato nell’8ᵃ edizione nel 2025), Sergio </a:t>
            </a:r>
            <a:r>
              <a:rPr lang="it-CH" dirty="0" err="1"/>
              <a:t>Tramma</a:t>
            </a:r>
            <a:r>
              <a:rPr lang="it-CH" dirty="0"/>
              <a:t> non fornisce una ‘definizione tecnica universale’ di lavoro sociale in senso stretto (come farebbe un manuale di servizio sociale), ma piuttosto offre una riflessione pedagogica e concettuale sul lavoro educativo in ambito sociale e professionale”. </a:t>
            </a:r>
          </a:p>
          <a:p>
            <a:pPr marL="0" indent="0">
              <a:buNone/>
            </a:pPr>
            <a:endParaRPr lang="it-CH" dirty="0"/>
          </a:p>
          <a:p>
            <a:pPr marL="0" indent="0">
              <a:buNone/>
            </a:pPr>
            <a:r>
              <a:rPr lang="it-CH" dirty="0"/>
              <a:t>(“Come definisce il Lavoro sociale Sergio </a:t>
            </a:r>
            <a:r>
              <a:rPr lang="it-CH" dirty="0" err="1"/>
              <a:t>Tramma</a:t>
            </a:r>
            <a:r>
              <a:rPr lang="it-CH" dirty="0"/>
              <a:t> nel suo libro L'educatore imperfetto, ristampato nel 2025?”, ChatGPT Open AI, 10.12.2025) </a:t>
            </a:r>
            <a:endParaRPr lang="it-CH" sz="2000" dirty="0"/>
          </a:p>
          <a:p>
            <a:endParaRPr lang="it-CH" dirty="0"/>
          </a:p>
        </p:txBody>
      </p:sp>
      <p:sp>
        <p:nvSpPr>
          <p:cNvPr id="4" name="Segnaposto testo 3">
            <a:extLst>
              <a:ext uri="{FF2B5EF4-FFF2-40B4-BE49-F238E27FC236}">
                <a16:creationId xmlns:a16="http://schemas.microsoft.com/office/drawing/2014/main" id="{E0AB396B-EE8E-2AC2-7453-4BCD672D34BC}"/>
              </a:ext>
            </a:extLst>
          </p:cNvPr>
          <p:cNvSpPr>
            <a:spLocks noGrp="1"/>
          </p:cNvSpPr>
          <p:nvPr>
            <p:ph type="body" sz="quarter" idx="13"/>
          </p:nvPr>
        </p:nvSpPr>
        <p:spPr/>
        <p:txBody>
          <a:bodyPr/>
          <a:lstStyle/>
          <a:p>
            <a:endParaRPr lang="it-CH"/>
          </a:p>
        </p:txBody>
      </p:sp>
      <p:sp>
        <p:nvSpPr>
          <p:cNvPr id="5" name="Segnaposto numero diapositiva 4">
            <a:extLst>
              <a:ext uri="{FF2B5EF4-FFF2-40B4-BE49-F238E27FC236}">
                <a16:creationId xmlns:a16="http://schemas.microsoft.com/office/drawing/2014/main" id="{1A98CF71-92AB-465A-86C3-3F48C541BF5B}"/>
              </a:ext>
            </a:extLst>
          </p:cNvPr>
          <p:cNvSpPr>
            <a:spLocks noGrp="1"/>
          </p:cNvSpPr>
          <p:nvPr>
            <p:ph type="sldNum" sz="quarter" idx="15"/>
          </p:nvPr>
        </p:nvSpPr>
        <p:spPr/>
        <p:txBody>
          <a:bodyPr/>
          <a:lstStyle/>
          <a:p>
            <a:pPr>
              <a:defRPr/>
            </a:pPr>
            <a:fld id="{B851D381-0448-479B-B004-4A270A2CD94B}" type="slidenum">
              <a:rPr lang="it-IT" altLang="it-CH" smtClean="0"/>
              <a:pPr>
                <a:defRPr/>
              </a:pPr>
              <a:t>9</a:t>
            </a:fld>
            <a:endParaRPr lang="it-IT" altLang="it-CH"/>
          </a:p>
        </p:txBody>
      </p:sp>
    </p:spTree>
    <p:extLst>
      <p:ext uri="{BB962C8B-B14F-4D97-AF65-F5344CB8AC3E}">
        <p14:creationId xmlns:p14="http://schemas.microsoft.com/office/powerpoint/2010/main" val="3381140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0F12A28-1810-4BB2-EB2C-555197E184C9}"/>
              </a:ext>
            </a:extLst>
          </p:cNvPr>
          <p:cNvSpPr>
            <a:spLocks noGrp="1"/>
          </p:cNvSpPr>
          <p:nvPr>
            <p:ph idx="1"/>
          </p:nvPr>
        </p:nvSpPr>
        <p:spPr>
          <a:xfrm>
            <a:off x="251520" y="836713"/>
            <a:ext cx="8568630" cy="5400576"/>
          </a:xfrm>
        </p:spPr>
        <p:txBody>
          <a:bodyPr/>
          <a:lstStyle/>
          <a:p>
            <a:pPr marL="0" indent="0">
              <a:buNone/>
            </a:pPr>
            <a:r>
              <a:rPr lang="it-CH" i="1" dirty="0"/>
              <a:t>Esempio 3</a:t>
            </a:r>
            <a:r>
              <a:rPr lang="it-CH" dirty="0"/>
              <a:t>. Traduzione </a:t>
            </a:r>
          </a:p>
          <a:p>
            <a:pPr marL="0" indent="0">
              <a:buNone/>
            </a:pPr>
            <a:r>
              <a:rPr lang="it-CH" dirty="0"/>
              <a:t>L’International Federation of Social Workers (IFSW) fornisce una definizione globale della professione di operatore sociale: “Il lavoro sociale è una professione basata sulla pratica e una disciplina accademica che promuove il cambiamento e lo sviluppo sociale, la coesione sociale, l'emancipazione e la liberazione delle persone. I principi di giustizia sociale, diritti umani, responsabilità collettiva e rispetto delle diversità sono fondamentali per il Lavoro sociale. Sostenuto dalle teorie del lavoro sociale, delle scienze sociali, delle discipline umanistiche e delle conoscenze indigene, il lavoro sociale coinvolge le persone e le strutture per affrontare le sfide della vita e migliorare il benessere. La definizione di cui sopra può essere ampliata a livello nazionale e/o regionale" (</a:t>
            </a:r>
            <a:r>
              <a:rPr lang="it-CH" dirty="0" err="1"/>
              <a:t>DeepL</a:t>
            </a:r>
            <a:r>
              <a:rPr lang="it-CH" dirty="0"/>
              <a:t> </a:t>
            </a:r>
            <a:r>
              <a:rPr lang="it-CH" dirty="0" err="1"/>
              <a:t>Translator</a:t>
            </a:r>
            <a:r>
              <a:rPr lang="it-CH" dirty="0"/>
              <a:t>, 20.11.2025). </a:t>
            </a:r>
          </a:p>
          <a:p>
            <a:pPr marL="0" indent="0">
              <a:buNone/>
            </a:pPr>
            <a:endParaRPr lang="it-CH" i="1" dirty="0"/>
          </a:p>
          <a:p>
            <a:pPr marL="0" indent="0">
              <a:buNone/>
            </a:pPr>
            <a:r>
              <a:rPr lang="it-CH" i="1" dirty="0"/>
              <a:t>Esempio 4</a:t>
            </a:r>
            <a:r>
              <a:rPr lang="it-CH" dirty="0"/>
              <a:t>: Immagine </a:t>
            </a:r>
          </a:p>
          <a:p>
            <a:pPr marL="0" indent="0">
              <a:buNone/>
            </a:pPr>
            <a:r>
              <a:rPr lang="it-CH" dirty="0"/>
              <a:t>Immagine 1. "Il lavoro sociale", immagine generata dall'autore con ChatGPT OpenAI, 10.11.2025 </a:t>
            </a:r>
          </a:p>
        </p:txBody>
      </p:sp>
      <p:sp>
        <p:nvSpPr>
          <p:cNvPr id="4" name="Segnaposto testo 3">
            <a:extLst>
              <a:ext uri="{FF2B5EF4-FFF2-40B4-BE49-F238E27FC236}">
                <a16:creationId xmlns:a16="http://schemas.microsoft.com/office/drawing/2014/main" id="{36718478-0E39-6349-B2DF-2E264F4C6CC3}"/>
              </a:ext>
            </a:extLst>
          </p:cNvPr>
          <p:cNvSpPr>
            <a:spLocks noGrp="1"/>
          </p:cNvSpPr>
          <p:nvPr>
            <p:ph type="body" sz="quarter" idx="13"/>
          </p:nvPr>
        </p:nvSpPr>
        <p:spPr/>
        <p:txBody>
          <a:bodyPr/>
          <a:lstStyle/>
          <a:p>
            <a:endParaRPr lang="it-CH"/>
          </a:p>
        </p:txBody>
      </p:sp>
      <p:sp>
        <p:nvSpPr>
          <p:cNvPr id="5" name="Segnaposto numero diapositiva 4">
            <a:extLst>
              <a:ext uri="{FF2B5EF4-FFF2-40B4-BE49-F238E27FC236}">
                <a16:creationId xmlns:a16="http://schemas.microsoft.com/office/drawing/2014/main" id="{D9CDE8F0-D7D6-11C1-8DE9-696B090DA6F1}"/>
              </a:ext>
            </a:extLst>
          </p:cNvPr>
          <p:cNvSpPr>
            <a:spLocks noGrp="1"/>
          </p:cNvSpPr>
          <p:nvPr>
            <p:ph type="sldNum" sz="quarter" idx="15"/>
          </p:nvPr>
        </p:nvSpPr>
        <p:spPr/>
        <p:txBody>
          <a:bodyPr/>
          <a:lstStyle/>
          <a:p>
            <a:pPr>
              <a:defRPr/>
            </a:pPr>
            <a:fld id="{B851D381-0448-479B-B004-4A270A2CD94B}" type="slidenum">
              <a:rPr lang="it-IT" altLang="it-CH" smtClean="0"/>
              <a:pPr>
                <a:defRPr/>
              </a:pPr>
              <a:t>10</a:t>
            </a:fld>
            <a:endParaRPr lang="it-IT" altLang="it-CH"/>
          </a:p>
        </p:txBody>
      </p:sp>
    </p:spTree>
    <p:extLst>
      <p:ext uri="{BB962C8B-B14F-4D97-AF65-F5344CB8AC3E}">
        <p14:creationId xmlns:p14="http://schemas.microsoft.com/office/powerpoint/2010/main" val="4013161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68CD26C-E784-043E-C99F-E7F2C0E01E4E}"/>
              </a:ext>
            </a:extLst>
          </p:cNvPr>
          <p:cNvSpPr>
            <a:spLocks noGrp="1"/>
          </p:cNvSpPr>
          <p:nvPr>
            <p:ph idx="1"/>
          </p:nvPr>
        </p:nvSpPr>
        <p:spPr>
          <a:xfrm>
            <a:off x="323528" y="1196753"/>
            <a:ext cx="8496622" cy="5040536"/>
          </a:xfrm>
        </p:spPr>
        <p:txBody>
          <a:bodyPr/>
          <a:lstStyle/>
          <a:p>
            <a:pPr marL="0" indent="0">
              <a:buNone/>
            </a:pPr>
            <a:r>
              <a:rPr lang="it-CH" i="1" dirty="0"/>
              <a:t>Esempio 5</a:t>
            </a:r>
            <a:r>
              <a:rPr lang="it-CH" dirty="0"/>
              <a:t>. Struttura del </a:t>
            </a:r>
            <a:r>
              <a:rPr lang="it-CH"/>
              <a:t>testo </a:t>
            </a:r>
          </a:p>
          <a:p>
            <a:pPr marL="0" indent="0">
              <a:buNone/>
            </a:pPr>
            <a:endParaRPr lang="it-CH" dirty="0"/>
          </a:p>
          <a:p>
            <a:r>
              <a:rPr lang="it-CH" dirty="0"/>
              <a:t>Le tre principali teorie di riferimento del lavoro sociale contemporaneo sono. </a:t>
            </a:r>
          </a:p>
          <a:p>
            <a:r>
              <a:rPr lang="it-CH" dirty="0"/>
              <a:t>1. La teoria sistemica / ecologica </a:t>
            </a:r>
          </a:p>
          <a:p>
            <a:r>
              <a:rPr lang="it-CH" dirty="0"/>
              <a:t>2. Teoria dell’empowerment e della prospettiva di forza </a:t>
            </a:r>
          </a:p>
          <a:p>
            <a:r>
              <a:rPr lang="it-CH" dirty="0"/>
              <a:t>3. Teoria critica e approccio anti-oppressivo </a:t>
            </a:r>
          </a:p>
          <a:p>
            <a:r>
              <a:rPr lang="it-CH" dirty="0"/>
              <a:t>(basato su un output di ChatGPT OpenAI, 10.11.2025) </a:t>
            </a:r>
          </a:p>
          <a:p>
            <a:pPr marL="0" indent="0">
              <a:buNone/>
            </a:pPr>
            <a:endParaRPr lang="it-CH" dirty="0"/>
          </a:p>
        </p:txBody>
      </p:sp>
      <p:sp>
        <p:nvSpPr>
          <p:cNvPr id="4" name="Segnaposto testo 3">
            <a:extLst>
              <a:ext uri="{FF2B5EF4-FFF2-40B4-BE49-F238E27FC236}">
                <a16:creationId xmlns:a16="http://schemas.microsoft.com/office/drawing/2014/main" id="{F832D5ED-5E75-105D-EC2B-96D96AEB2916}"/>
              </a:ext>
            </a:extLst>
          </p:cNvPr>
          <p:cNvSpPr>
            <a:spLocks noGrp="1"/>
          </p:cNvSpPr>
          <p:nvPr>
            <p:ph type="body" sz="quarter" idx="13"/>
          </p:nvPr>
        </p:nvSpPr>
        <p:spPr/>
        <p:txBody>
          <a:bodyPr/>
          <a:lstStyle/>
          <a:p>
            <a:endParaRPr lang="it-CH"/>
          </a:p>
        </p:txBody>
      </p:sp>
      <p:sp>
        <p:nvSpPr>
          <p:cNvPr id="5" name="Segnaposto numero diapositiva 4">
            <a:extLst>
              <a:ext uri="{FF2B5EF4-FFF2-40B4-BE49-F238E27FC236}">
                <a16:creationId xmlns:a16="http://schemas.microsoft.com/office/drawing/2014/main" id="{7872299F-6C94-9AC0-6C03-CAF9DEA5D1CB}"/>
              </a:ext>
            </a:extLst>
          </p:cNvPr>
          <p:cNvSpPr>
            <a:spLocks noGrp="1"/>
          </p:cNvSpPr>
          <p:nvPr>
            <p:ph type="sldNum" sz="quarter" idx="15"/>
          </p:nvPr>
        </p:nvSpPr>
        <p:spPr/>
        <p:txBody>
          <a:bodyPr/>
          <a:lstStyle/>
          <a:p>
            <a:pPr>
              <a:defRPr/>
            </a:pPr>
            <a:fld id="{B851D381-0448-479B-B004-4A270A2CD94B}" type="slidenum">
              <a:rPr lang="it-IT" altLang="it-CH" smtClean="0"/>
              <a:pPr>
                <a:defRPr/>
              </a:pPr>
              <a:t>11</a:t>
            </a:fld>
            <a:endParaRPr lang="it-IT" altLang="it-CH"/>
          </a:p>
        </p:txBody>
      </p:sp>
    </p:spTree>
    <p:extLst>
      <p:ext uri="{BB962C8B-B14F-4D97-AF65-F5344CB8AC3E}">
        <p14:creationId xmlns:p14="http://schemas.microsoft.com/office/powerpoint/2010/main" val="58953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5CB0DA-1194-A16F-7674-DE9A44DFB04B}"/>
              </a:ext>
            </a:extLst>
          </p:cNvPr>
          <p:cNvSpPr>
            <a:spLocks noGrp="1"/>
          </p:cNvSpPr>
          <p:nvPr>
            <p:ph type="title"/>
          </p:nvPr>
        </p:nvSpPr>
        <p:spPr/>
        <p:txBody>
          <a:bodyPr/>
          <a:lstStyle/>
          <a:p>
            <a:r>
              <a:rPr lang="it-CH" b="1" dirty="0"/>
              <a:t>Riferimenti bibliografici </a:t>
            </a:r>
            <a:br>
              <a:rPr lang="it-CH" dirty="0"/>
            </a:br>
            <a:endParaRPr lang="it-CH" dirty="0"/>
          </a:p>
        </p:txBody>
      </p:sp>
      <p:sp>
        <p:nvSpPr>
          <p:cNvPr id="3" name="Segnaposto contenuto 2">
            <a:extLst>
              <a:ext uri="{FF2B5EF4-FFF2-40B4-BE49-F238E27FC236}">
                <a16:creationId xmlns:a16="http://schemas.microsoft.com/office/drawing/2014/main" id="{1BD84274-DF95-9958-744A-E3131439C01B}"/>
              </a:ext>
            </a:extLst>
          </p:cNvPr>
          <p:cNvSpPr>
            <a:spLocks noGrp="1"/>
          </p:cNvSpPr>
          <p:nvPr>
            <p:ph idx="1"/>
          </p:nvPr>
        </p:nvSpPr>
        <p:spPr/>
        <p:txBody>
          <a:bodyPr/>
          <a:lstStyle/>
          <a:p>
            <a:pPr marL="0" indent="0">
              <a:buNone/>
            </a:pPr>
            <a:r>
              <a:rPr lang="it-CH" dirty="0"/>
              <a:t>Fornara, F. (a cura di). (2024). </a:t>
            </a:r>
            <a:r>
              <a:rPr lang="it-CH" i="1" dirty="0"/>
              <a:t>Intelligenza artificiale generativa nella formazione di base: Possibili approcci e proposte di formulazione delle regole d’uso</a:t>
            </a:r>
            <a:r>
              <a:rPr lang="it-CH" dirty="0"/>
              <a:t>. Scuola universitaria professionale della Svizzera italiana </a:t>
            </a:r>
          </a:p>
          <a:p>
            <a:pPr marL="0" indent="0">
              <a:buNone/>
            </a:pPr>
            <a:endParaRPr lang="it-CH" dirty="0"/>
          </a:p>
          <a:p>
            <a:pPr marL="0" indent="0">
              <a:buNone/>
            </a:pPr>
            <a:r>
              <a:rPr lang="en-US" dirty="0"/>
              <a:t>McAdoo, T. (2025, November 18). </a:t>
            </a:r>
            <a:r>
              <a:rPr lang="en-US" i="1" dirty="0"/>
              <a:t>How to cite ChatGPT</a:t>
            </a:r>
            <a:r>
              <a:rPr lang="en-US" dirty="0"/>
              <a:t>. https://apastyle.apa.org/blog/how-to-cite-chatgpt </a:t>
            </a:r>
          </a:p>
          <a:p>
            <a:pPr marL="0" indent="0">
              <a:buNone/>
            </a:pPr>
            <a:endParaRPr lang="en-US" dirty="0"/>
          </a:p>
          <a:p>
            <a:pPr marL="0" indent="0">
              <a:buNone/>
            </a:pPr>
            <a:r>
              <a:rPr lang="en-US" dirty="0"/>
              <a:t>University of Basel, “Guidelines «Citing AI Tools”. How to use AI-tools in university studies. Version 3.0 August 2025. Vedi </a:t>
            </a:r>
            <a:r>
              <a:rPr lang="en-US" dirty="0" err="1"/>
              <a:t>sito</a:t>
            </a:r>
            <a:r>
              <a:rPr lang="en-US" dirty="0"/>
              <a:t>: https://www.unibas.ch/en/Studies/Learning-and-Teaching/AI-in-learning-and-teaching.html </a:t>
            </a:r>
          </a:p>
          <a:p>
            <a:pPr marL="0" indent="0">
              <a:buNone/>
            </a:pPr>
            <a:endParaRPr lang="it-CH" dirty="0"/>
          </a:p>
        </p:txBody>
      </p:sp>
      <p:sp>
        <p:nvSpPr>
          <p:cNvPr id="4" name="Segnaposto testo 3">
            <a:extLst>
              <a:ext uri="{FF2B5EF4-FFF2-40B4-BE49-F238E27FC236}">
                <a16:creationId xmlns:a16="http://schemas.microsoft.com/office/drawing/2014/main" id="{4F0FC085-2062-2447-F9DF-AF580C1D76AC}"/>
              </a:ext>
            </a:extLst>
          </p:cNvPr>
          <p:cNvSpPr>
            <a:spLocks noGrp="1"/>
          </p:cNvSpPr>
          <p:nvPr>
            <p:ph type="body" sz="quarter" idx="13"/>
          </p:nvPr>
        </p:nvSpPr>
        <p:spPr/>
        <p:txBody>
          <a:bodyPr/>
          <a:lstStyle/>
          <a:p>
            <a:endParaRPr lang="it-CH"/>
          </a:p>
        </p:txBody>
      </p:sp>
      <p:sp>
        <p:nvSpPr>
          <p:cNvPr id="5" name="Segnaposto numero diapositiva 4">
            <a:extLst>
              <a:ext uri="{FF2B5EF4-FFF2-40B4-BE49-F238E27FC236}">
                <a16:creationId xmlns:a16="http://schemas.microsoft.com/office/drawing/2014/main" id="{EFAF673C-EC7B-DD16-43A6-3970448B837C}"/>
              </a:ext>
            </a:extLst>
          </p:cNvPr>
          <p:cNvSpPr>
            <a:spLocks noGrp="1"/>
          </p:cNvSpPr>
          <p:nvPr>
            <p:ph type="sldNum" sz="quarter" idx="15"/>
          </p:nvPr>
        </p:nvSpPr>
        <p:spPr/>
        <p:txBody>
          <a:bodyPr/>
          <a:lstStyle/>
          <a:p>
            <a:pPr>
              <a:defRPr/>
            </a:pPr>
            <a:fld id="{B851D381-0448-479B-B004-4A270A2CD94B}" type="slidenum">
              <a:rPr lang="it-IT" altLang="it-CH" smtClean="0"/>
              <a:pPr>
                <a:defRPr/>
              </a:pPr>
              <a:t>12</a:t>
            </a:fld>
            <a:endParaRPr lang="it-IT" altLang="it-CH"/>
          </a:p>
        </p:txBody>
      </p:sp>
    </p:spTree>
    <p:extLst>
      <p:ext uri="{BB962C8B-B14F-4D97-AF65-F5344CB8AC3E}">
        <p14:creationId xmlns:p14="http://schemas.microsoft.com/office/powerpoint/2010/main" val="1368176353"/>
      </p:ext>
    </p:extLst>
  </p:cSld>
  <p:clrMapOvr>
    <a:masterClrMapping/>
  </p:clrMapOvr>
</p:sld>
</file>

<file path=ppt/theme/theme1.xml><?xml version="1.0" encoding="utf-8"?>
<a:theme xmlns:a="http://schemas.openxmlformats.org/drawingml/2006/main" name="Powerpoint_DEASS_1 copia">
  <a:themeElements>
    <a:clrScheme name="SUPSI 1">
      <a:dk1>
        <a:srgbClr val="000000"/>
      </a:dk1>
      <a:lt1>
        <a:sysClr val="window" lastClr="FFFFFF"/>
      </a:lt1>
      <a:dk2>
        <a:srgbClr val="141C64"/>
      </a:dk2>
      <a:lt2>
        <a:srgbClr val="FFFFFF"/>
      </a:lt2>
      <a:accent1>
        <a:srgbClr val="141C78"/>
      </a:accent1>
      <a:accent2>
        <a:srgbClr val="2838C8"/>
      </a:accent2>
      <a:accent3>
        <a:srgbClr val="0063C8"/>
      </a:accent3>
      <a:accent4>
        <a:srgbClr val="0096FF"/>
      </a:accent4>
      <a:accent5>
        <a:srgbClr val="46A01E"/>
      </a:accent5>
      <a:accent6>
        <a:srgbClr val="8CD23C"/>
      </a:accent6>
      <a:hlink>
        <a:srgbClr val="000000"/>
      </a:hlink>
      <a:folHlink>
        <a:srgbClr val="646464"/>
      </a:folHlink>
    </a:clrScheme>
    <a:fontScheme name="SUPSI_DSA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spPr>
      <a:bodyPr lIns="0" tIns="0" rIns="0" bIns="0">
        <a:prstTxWarp prst="textNoShape">
          <a:avLst/>
        </a:prstTxWarp>
      </a:bodyPr>
      <a:lstStyle>
        <a:defPPr eaLnBrk="0" hangingPunct="0">
          <a:spcBef>
            <a:spcPct val="20000"/>
          </a:spcBef>
          <a:defRPr sz="1400" kern="0" dirty="0" smtClean="0">
            <a:latin typeface="+mn-lt"/>
            <a:ea typeface="ＭＳ Ｐゴシック" pitchFamily="-112" charset="-128"/>
            <a:cs typeface="ＭＳ Ｐゴシック" pitchFamily="-112" charset="-128"/>
          </a:defRPr>
        </a:defPPr>
      </a:lstStyle>
    </a:txDef>
  </a:objectDefaults>
  <a:extraClrSchemeLst>
    <a:extraClrScheme>
      <a:clrScheme name="SUPSI_DSA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PSI_DSA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PSI_DSA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PSI_DSA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PSI_DSA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PSI_DSA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PSI_DSA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PSI_DSA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PSI_DSA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PSI_DSA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PSI_DSA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PSI_DSA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zione standard2" id="{2B90B0BC-121B-4171-AAED-C38E80922BAA}" vid="{32AE268A-F2C7-4D3F-8F37-673196A954E6}"/>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832538a4-939e-4f12-952e-e33cf9e5689d}" enabled="0" method="" siteId="{832538a4-939e-4f12-952e-e33cf9e5689d}" removed="1"/>
</clbl:labelList>
</file>

<file path=docProps/app.xml><?xml version="1.0" encoding="utf-8"?>
<Properties xmlns="http://schemas.openxmlformats.org/officeDocument/2006/extended-properties" xmlns:vt="http://schemas.openxmlformats.org/officeDocument/2006/docPropsVTypes">
  <Template>Presentazione standard2</Template>
  <TotalTime>0</TotalTime>
  <Words>1065</Words>
  <Application>Microsoft Office PowerPoint</Application>
  <PresentationFormat>Presentazione su schermo (4:3)</PresentationFormat>
  <Paragraphs>101</Paragraphs>
  <Slides>12</Slides>
  <Notes>5</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12</vt:i4>
      </vt:variant>
    </vt:vector>
  </HeadingPairs>
  <TitlesOfParts>
    <vt:vector size="15" baseType="lpstr">
      <vt:lpstr>Arial</vt:lpstr>
      <vt:lpstr>Times New Roman</vt:lpstr>
      <vt:lpstr>Powerpoint_DEASS_1 copia</vt:lpstr>
      <vt:lpstr>Le fonti di riferimento</vt:lpstr>
      <vt:lpstr>Presentazione standard di PowerPoint</vt:lpstr>
      <vt:lpstr>Enciclopedie e dizionari specifici</vt:lpstr>
      <vt:lpstr>Bibliografia</vt:lpstr>
      <vt:lpstr>Quando e come utilizzare l’IA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Riferimenti bibliografici  </vt:lpstr>
    </vt:vector>
  </TitlesOfParts>
  <Company>Servizio Informatico TI-EDU - USI-SUPSI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Gestire le fonti</dc:title>
  <dc:creator>Lepori Angelica</dc:creator>
  <cp:lastModifiedBy>Lepori Angelica</cp:lastModifiedBy>
  <cp:revision>44</cp:revision>
  <cp:lastPrinted>2018-10-02T06:26:03Z</cp:lastPrinted>
  <dcterms:created xsi:type="dcterms:W3CDTF">2018-09-20T09:47:33Z</dcterms:created>
  <dcterms:modified xsi:type="dcterms:W3CDTF">2026-03-02T08:26:47Z</dcterms:modified>
</cp:coreProperties>
</file>