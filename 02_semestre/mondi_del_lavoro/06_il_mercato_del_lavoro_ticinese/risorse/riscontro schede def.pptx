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4178" r:id="rId2"/>
  </p:sldMasterIdLst>
  <p:notesMasterIdLst>
    <p:notesMasterId r:id="rId8"/>
  </p:notesMasterIdLst>
  <p:handoutMasterIdLst>
    <p:handoutMasterId r:id="rId9"/>
  </p:handoutMasterIdLst>
  <p:sldIdLst>
    <p:sldId id="258" r:id="rId3"/>
    <p:sldId id="259" r:id="rId4"/>
    <p:sldId id="261" r:id="rId5"/>
    <p:sldId id="262" r:id="rId6"/>
    <p:sldId id="260" r:id="rId7"/>
  </p:sldIdLst>
  <p:sldSz cx="9144000" cy="6858000" type="screen4x3"/>
  <p:notesSz cx="6797675" cy="9926638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CEB8"/>
    <a:srgbClr val="FF6600"/>
    <a:srgbClr val="FFFFCC"/>
    <a:srgbClr val="FFFF99"/>
    <a:srgbClr val="663300"/>
    <a:srgbClr val="E1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02" autoAdjust="0"/>
  </p:normalViewPr>
  <p:slideViewPr>
    <p:cSldViewPr>
      <p:cViewPr varScale="1">
        <p:scale>
          <a:sx n="98" d="100"/>
          <a:sy n="98" d="100"/>
        </p:scale>
        <p:origin x="19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D7ADA1-CDF3-4A77-88CC-9FBF9C54436D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802B9-CC86-4893-AC4E-28418A9ACE7A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0D1261-25A6-4030-8BA7-3981B2A054A0}" type="slidenum">
              <a:rPr lang="it-IT" altLang="it-CH"/>
              <a:pPr/>
              <a:t>‹N›</a:t>
            </a:fld>
            <a:endParaRPr lang="it-IT" altLang="it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t-CH" baseline="0" dirty="0"/>
          </a:p>
          <a:p>
            <a:pPr marL="171450" indent="-171450">
              <a:buFontTx/>
              <a:buChar char="-"/>
            </a:pPr>
            <a:endParaRPr lang="it-CH" baseline="0" dirty="0"/>
          </a:p>
          <a:p>
            <a:pPr marL="171450" indent="-171450">
              <a:buFontTx/>
              <a:buChar char="-"/>
            </a:pPr>
            <a:endParaRPr lang="it-CH" baseline="0" dirty="0"/>
          </a:p>
          <a:p>
            <a:pPr marL="171450" indent="-171450">
              <a:buFontTx/>
              <a:buChar char="-"/>
            </a:pPr>
            <a:endParaRPr lang="it-CH" baseline="0" dirty="0"/>
          </a:p>
          <a:p>
            <a:pPr marL="171450" indent="-171450">
              <a:buFontTx/>
              <a:buChar char="-"/>
            </a:pPr>
            <a:endParaRPr lang="it-CH" dirty="0"/>
          </a:p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D1261-25A6-4030-8BA7-3981B2A054A0}" type="slidenum">
              <a:rPr lang="it-IT" altLang="it-CH" smtClean="0"/>
              <a:pPr/>
              <a:t>1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77538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9144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>
              <a:solidFill>
                <a:srgbClr val="FFFFFF"/>
              </a:solidFill>
            </a:endParaRPr>
          </a:p>
        </p:txBody>
      </p:sp>
      <p:pic>
        <p:nvPicPr>
          <p:cNvPr id="6" name="Immagine 9" descr="140925 DEASS_PowerPoint_Pagina_1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185738"/>
            <a:ext cx="65659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773238"/>
            <a:ext cx="8496300" cy="1584325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357563"/>
            <a:ext cx="84963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326931" y="5371908"/>
            <a:ext cx="8497183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>
          <a:xfrm>
            <a:off x="323850" y="6454775"/>
            <a:ext cx="2133600" cy="403225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CH" dirty="0"/>
              <a:t>20/09/2018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5"/>
          </p:nvPr>
        </p:nvSpPr>
        <p:spPr>
          <a:xfrm>
            <a:off x="2484438" y="6454775"/>
            <a:ext cx="6335712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6EF43898-E3B1-48D5-8ECB-C63406A0D0EE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97510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4C144D-2410-4B35-9791-615AE1AB665F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5C202-8C7F-4197-82C2-C79C6811291B}" type="slidenum">
              <a:rPr lang="it-IT" altLang="it-CH"/>
              <a:pPr/>
              <a:t>‹N›</a:t>
            </a:fld>
            <a:endParaRPr lang="it-IT" altLang="it-CH"/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12797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2385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07EA33-DB46-490C-8163-3723B48B3D4E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91F9D-19BD-4359-BCE4-EF480C7272C6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90392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1126800"/>
            <a:ext cx="8534400" cy="579438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4192588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04800" y="2438399"/>
            <a:ext cx="4192588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752600"/>
            <a:ext cx="4194175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194175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593861-0040-4016-B5CC-385BEB079698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61CEF-1DB3-408A-9CA8-CC7AA14E8AAE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14800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5999" y="1125538"/>
            <a:ext cx="8516267" cy="7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DF419-332C-4BA7-80CE-9C7B9096E146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ACDAE4-93B9-43FB-8DEC-617DEE53AC1E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46313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40255F-FD7D-4060-9448-4BCAFF165516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08B08-BDDF-4400-ADD6-E020A29CE34A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49559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6335" y="1127797"/>
            <a:ext cx="3026465" cy="9144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1126800"/>
            <a:ext cx="5244820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26336" y="2133600"/>
            <a:ext cx="3026464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89D08-98FD-4799-A86C-D86DADA5FCA4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4CC4D-D905-4B20-A59C-A7C639B31497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5124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8519314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4F38-19BB-42B9-A4F6-CC01D4EE752C}" type="datetime1">
              <a:rPr lang="it-IT" altLang="it-CH" smtClean="0"/>
              <a:pPr/>
              <a:t>23/03/2026</a:t>
            </a:fld>
            <a:endParaRPr lang="it-IT" altLang="it-CH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C1072-CFC4-4508-9188-5A5490356F4C}" type="slidenum">
              <a:rPr lang="it-IT" altLang="it-CH" smtClean="0"/>
              <a:pPr/>
              <a:t>‹N›</a:t>
            </a:fld>
            <a:endParaRPr lang="it-IT" altLang="it-CH"/>
          </a:p>
        </p:txBody>
      </p:sp>
      <p:sp>
        <p:nvSpPr>
          <p:cNvPr id="11" name="Tito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8951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8"/>
          <p:cNvSpPr/>
          <p:nvPr userDrawn="1"/>
        </p:nvSpPr>
        <p:spPr>
          <a:xfrm>
            <a:off x="0" y="0"/>
            <a:ext cx="9144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CH" sz="1800">
              <a:solidFill>
                <a:srgbClr val="FFFFFF"/>
              </a:solidFill>
              <a:ea typeface="ＭＳ Ｐゴシック" charset="-128"/>
            </a:endParaRPr>
          </a:p>
        </p:txBody>
      </p:sp>
      <p:pic>
        <p:nvPicPr>
          <p:cNvPr id="6" name="Immagine 8" descr="Modulo_SUPSI_DSAS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179388"/>
            <a:ext cx="4008437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773238"/>
            <a:ext cx="8496300" cy="1584325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357563"/>
            <a:ext cx="8496300" cy="1900237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r>
              <a:rPr lang="it-IT" dirty="0"/>
              <a:t>Click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edit</a:t>
            </a:r>
            <a:r>
              <a:rPr lang="it-IT" dirty="0"/>
              <a:t> Master </a:t>
            </a:r>
            <a:r>
              <a:rPr lang="it-IT" dirty="0" err="1"/>
              <a:t>subtitle</a:t>
            </a:r>
            <a:r>
              <a:rPr lang="it-IT" dirty="0"/>
              <a:t> style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326931" y="5371908"/>
            <a:ext cx="8497183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endParaRPr lang="it-I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>
          <a:xfrm>
            <a:off x="323850" y="6454775"/>
            <a:ext cx="2133600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2AA76-02DD-45BD-BE29-5C9789CE7764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D36EF-3562-4BAA-A980-CFD44E1175D8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429373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  <a:endParaRPr lang="it-IT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 dirty="0"/>
              <a:t>Seminario Genesi e sviluppo del lavoro sociale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25E07-805F-4562-967B-DA45DA4D5637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1D381-0448-479B-B004-4A270A2CD94B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413787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2385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  <a:endParaRPr lang="it-IT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 dirty="0"/>
              <a:t>Seminario Genesi e Sviluppo del lavoro sociale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0D9D2-C51A-4AB7-8EB8-531399B594A8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62355-CFDD-4D78-895E-03F69B3BCA6D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554946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1126800"/>
            <a:ext cx="8534400" cy="579438"/>
          </a:xfrm>
        </p:spPr>
        <p:txBody>
          <a:bodyPr/>
          <a:lstStyle>
            <a:lvl1pPr>
              <a:defRPr sz="240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4192588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04800" y="2438399"/>
            <a:ext cx="4192588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752600"/>
            <a:ext cx="4194175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194175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7D0E9-E8F6-452B-A66F-8FD80EB496EE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819EC-B733-4721-9C97-96D985D2A07E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196380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5999" y="1125538"/>
            <a:ext cx="8516267" cy="7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8094B-CF9C-4A44-9301-3A983998C124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5C301-F4CF-4969-B087-7710A6FAF526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419565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D2741-1199-496D-A112-17E5AA9E3DA9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A9161-DB91-492D-891A-51C20FFC9AC1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382846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6335" y="1127797"/>
            <a:ext cx="3139179" cy="9144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1126800"/>
            <a:ext cx="5244820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  <a:p>
            <a:pPr lvl="1"/>
            <a:r>
              <a:rPr lang="fr-CH" dirty="0"/>
              <a:t>Secondo livello</a:t>
            </a:r>
          </a:p>
          <a:p>
            <a:pPr lvl="2"/>
            <a:r>
              <a:rPr lang="fr-CH" dirty="0"/>
              <a:t>Terzo livello</a:t>
            </a:r>
          </a:p>
          <a:p>
            <a:pPr lvl="3"/>
            <a:r>
              <a:rPr lang="fr-CH" dirty="0"/>
              <a:t>Quarto livello</a:t>
            </a:r>
          </a:p>
          <a:p>
            <a:pPr lvl="4"/>
            <a:r>
              <a:rPr lang="fr-CH" dirty="0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26336" y="2133600"/>
            <a:ext cx="3139178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B8C44-46EB-4B24-A6B9-6D0BFB140381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B49F0-F967-474B-8A85-394BFD705D3F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661466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4800600"/>
            <a:ext cx="8519314" cy="566738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8519314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dirty="0"/>
              <a:t>Fare clic per modificare gli stili del testo dello schema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16000" y="187200"/>
            <a:ext cx="4267200" cy="304800"/>
          </a:xfrm>
        </p:spPr>
        <p:txBody>
          <a:bodyPr/>
          <a:lstStyle>
            <a:lvl1pPr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89BD6-8047-4AD9-A020-2D78C2AB4CC5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BFC54-E6C0-4D00-BA8F-B045739E4B27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405921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526A5-0E80-4EC4-8C04-5F16D197717B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1AD95-47FD-47DD-8DC0-C838FED9A772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556978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3850" y="1125538"/>
            <a:ext cx="8496300" cy="719137"/>
          </a:xfrm>
        </p:spPr>
        <p:txBody>
          <a:bodyPr/>
          <a:lstStyle/>
          <a:p>
            <a:r>
              <a:rPr lang="fr-CH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850" y="1916113"/>
            <a:ext cx="8496300" cy="4321175"/>
          </a:xfrm>
        </p:spPr>
        <p:txBody>
          <a:bodyPr/>
          <a:lstStyle/>
          <a:p>
            <a:pPr lvl="0"/>
            <a:r>
              <a:rPr lang="fr-CH"/>
              <a:t>Fare clic per modificare gli stili del testo dello schema</a:t>
            </a:r>
          </a:p>
          <a:p>
            <a:pPr lvl="1"/>
            <a:r>
              <a:rPr lang="fr-CH"/>
              <a:t>Secondo livello</a:t>
            </a:r>
          </a:p>
          <a:p>
            <a:pPr lvl="2"/>
            <a:r>
              <a:rPr lang="fr-CH"/>
              <a:t>Terzo livello</a:t>
            </a:r>
          </a:p>
          <a:p>
            <a:pPr lvl="3"/>
            <a:r>
              <a:rPr lang="fr-CH"/>
              <a:t>Quarto livello</a:t>
            </a:r>
          </a:p>
          <a:p>
            <a:pPr lvl="4"/>
            <a:r>
              <a:rPr lang="fr-CH"/>
              <a:t>Quinto livello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C4889-5926-428B-80A8-483FB09837FF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EC598-552E-4AFB-8451-E1829A5E6ABF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51020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25538"/>
            <a:ext cx="84963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/>
              <a:t>Fare clic per modificare stile</a:t>
            </a:r>
            <a:endParaRPr lang="it-IT" altLang="it-CH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916113"/>
            <a:ext cx="84963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/>
              <a:t>Fare clic per modificare gli stili del testo dello schema</a:t>
            </a:r>
          </a:p>
          <a:p>
            <a:pPr lvl="1"/>
            <a:r>
              <a:rPr lang="fr-CH" altLang="it-CH"/>
              <a:t>Secondo livello</a:t>
            </a:r>
          </a:p>
          <a:p>
            <a:pPr lvl="2"/>
            <a:r>
              <a:rPr lang="fr-CH" altLang="it-CH"/>
              <a:t>Terzo livello</a:t>
            </a:r>
          </a:p>
          <a:p>
            <a:pPr lvl="3"/>
            <a:r>
              <a:rPr lang="fr-CH" altLang="it-CH"/>
              <a:t>Quarto livello</a:t>
            </a:r>
          </a:p>
          <a:p>
            <a:pPr lvl="4"/>
            <a:r>
              <a:rPr lang="fr-CH" altLang="it-CH"/>
              <a:t>Quinto livello</a:t>
            </a:r>
            <a:endParaRPr lang="it-IT" altLang="it-CH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3850" y="6453188"/>
            <a:ext cx="21336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75914F38-19BB-42B9-A4F6-CC01D4EE752C}" type="datetime1">
              <a:rPr lang="it-IT" altLang="it-CH"/>
              <a:pPr/>
              <a:t>23/03/2026</a:t>
            </a:fld>
            <a:endParaRPr lang="it-IT" altLang="it-CH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84438" y="6453188"/>
            <a:ext cx="6335712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188913"/>
            <a:ext cx="819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9C1072-CFC4-4508-9188-5A5490356F4C}" type="slidenum">
              <a:rPr lang="it-IT" altLang="it-CH"/>
              <a:pPr/>
              <a:t>‹N›</a:t>
            </a:fld>
            <a:endParaRPr lang="it-IT" altLang="it-CH"/>
          </a:p>
        </p:txBody>
      </p:sp>
      <p:sp>
        <p:nvSpPr>
          <p:cNvPr id="1031" name="Rectangle 3"/>
          <p:cNvSpPr>
            <a:spLocks noGrp="1" noChangeArrowheads="1"/>
          </p:cNvSpPr>
          <p:nvPr/>
        </p:nvSpPr>
        <p:spPr bwMode="auto">
          <a:xfrm>
            <a:off x="1117600" y="185738"/>
            <a:ext cx="6807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CH" sz="1200" dirty="0"/>
              <a:t>DEASS / Seminario «Genesi</a:t>
            </a:r>
            <a:r>
              <a:rPr lang="it-IT" altLang="it-CH" sz="1200" baseline="0" dirty="0"/>
              <a:t> e sviluppo del lavoro sociale»</a:t>
            </a:r>
            <a:endParaRPr lang="it-IT" altLang="it-CH" sz="1200" dirty="0"/>
          </a:p>
          <a:p>
            <a:endParaRPr lang="it-IT" altLang="it-CH" sz="1200" dirty="0"/>
          </a:p>
          <a:p>
            <a:endParaRPr lang="it-IT" altLang="it-CH" sz="1200" dirty="0"/>
          </a:p>
        </p:txBody>
      </p:sp>
      <p:pic>
        <p:nvPicPr>
          <p:cNvPr id="1032" name="Immagine 6" descr="logo_SUPSI_acr.gi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09550"/>
            <a:ext cx="46990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25538"/>
            <a:ext cx="84963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CH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916113"/>
            <a:ext cx="84963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CH"/>
              <a:t>Click to edit Master text styles</a:t>
            </a:r>
          </a:p>
          <a:p>
            <a:pPr lvl="1"/>
            <a:r>
              <a:rPr lang="it-IT" altLang="it-CH"/>
              <a:t>Second level</a:t>
            </a:r>
          </a:p>
          <a:p>
            <a:pPr lvl="2"/>
            <a:r>
              <a:rPr lang="it-IT" altLang="it-CH"/>
              <a:t>Third level</a:t>
            </a:r>
          </a:p>
          <a:p>
            <a:pPr lvl="3"/>
            <a:r>
              <a:rPr lang="it-IT" altLang="it-CH"/>
              <a:t>Fourth level</a:t>
            </a:r>
          </a:p>
          <a:p>
            <a:pPr lvl="4"/>
            <a:r>
              <a:rPr lang="it-IT" altLang="it-CH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3850" y="6453188"/>
            <a:ext cx="21336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11B0035B-8F04-4C2C-9C4E-CFDEBD709E44}" type="datetime1">
              <a:rPr lang="it-IT"/>
              <a:pPr>
                <a:defRPr/>
              </a:pPr>
              <a:t>23/03/2026</a:t>
            </a:fld>
            <a:endParaRPr 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188913"/>
            <a:ext cx="819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64F77B-90EA-4783-A037-145198A01F44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  <p:pic>
        <p:nvPicPr>
          <p:cNvPr id="1030" name="Immagine 6" descr="logo_SUPSI_acr.gi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09550"/>
            <a:ext cx="46990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569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ＭＳ Ｐゴシック" pitchFamily="-112" charset="-128"/>
          <a:cs typeface="ＭＳ Ｐゴシック" pitchFamily="-11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olo 1"/>
          <p:cNvSpPr>
            <a:spLocks noGrp="1"/>
          </p:cNvSpPr>
          <p:nvPr>
            <p:ph type="ctrTitle"/>
          </p:nvPr>
        </p:nvSpPr>
        <p:spPr>
          <a:xfrm>
            <a:off x="323850" y="2258987"/>
            <a:ext cx="8496300" cy="1584325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it-CH" altLang="it-CH" sz="3800" dirty="0">
                <a:latin typeface="+mn-lt"/>
              </a:rPr>
              <a:t>Mondi del lavoro</a:t>
            </a:r>
            <a:br>
              <a:rPr lang="it-CH" altLang="it-CH" sz="3800" dirty="0">
                <a:latin typeface="+mn-lt"/>
              </a:rPr>
            </a:br>
            <a:r>
              <a:rPr lang="it-CH" altLang="it-CH" sz="3800" dirty="0">
                <a:latin typeface="+mn-lt"/>
              </a:rPr>
              <a:t>Seminario</a:t>
            </a:r>
            <a:endParaRPr lang="it-CH" altLang="it-CH" sz="4000" dirty="0">
              <a:latin typeface="+mn-lt"/>
            </a:endParaRPr>
          </a:p>
        </p:txBody>
      </p:sp>
      <p:sp>
        <p:nvSpPr>
          <p:cNvPr id="16389" name="Segnaposto tes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altLang="it-CH" dirty="0"/>
              <a:t>Angelica Lepori</a:t>
            </a:r>
          </a:p>
        </p:txBody>
      </p:sp>
      <p:sp>
        <p:nvSpPr>
          <p:cNvPr id="16388" name="Segnaposto numero diapositiva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DE8E84E-631F-4D2C-B45E-15D11D1CCC9C}" type="slidenum">
              <a:rPr lang="it-IT" altLang="it-CH" smtClean="0"/>
              <a:pPr/>
              <a:t>1</a:t>
            </a:fld>
            <a:endParaRPr lang="it-IT" altLang="it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09C70AC-E03E-2BCB-E826-2E210D761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Settori o ambiti scelti sono pertinenti e interessanti</a:t>
            </a:r>
          </a:p>
          <a:p>
            <a:endParaRPr lang="it-CH" dirty="0"/>
          </a:p>
          <a:p>
            <a:r>
              <a:rPr lang="it-CH" dirty="0"/>
              <a:t>In linea generale anche le tematiche che si vogliono trattare sono collegate ai temi del modulo</a:t>
            </a:r>
          </a:p>
          <a:p>
            <a:endParaRPr lang="it-CH" dirty="0"/>
          </a:p>
          <a:p>
            <a:r>
              <a:rPr lang="it-CH" dirty="0"/>
              <a:t>Si tratta però di </a:t>
            </a:r>
            <a:r>
              <a:rPr lang="it-CH" b="1" dirty="0"/>
              <a:t>rivedere l’indice delle tematiche </a:t>
            </a:r>
            <a:r>
              <a:rPr lang="it-CH" dirty="0"/>
              <a:t>sulla base delle indicazioni date nella consegna</a:t>
            </a:r>
          </a:p>
          <a:p>
            <a:endParaRPr lang="it-CH" dirty="0"/>
          </a:p>
          <a:p>
            <a:r>
              <a:rPr lang="it-CH" b="1" dirty="0"/>
              <a:t>Approfondire la bibliografia </a:t>
            </a:r>
            <a:r>
              <a:rPr lang="it-CH" dirty="0"/>
              <a:t>(non solo siti o articoli di giornale, ma trovare articoli scientifici e libri pertinenti </a:t>
            </a:r>
            <a:r>
              <a:rPr lang="it-CH"/>
              <a:t>e aggiornati ALMENO 3).</a:t>
            </a:r>
            <a:endParaRPr lang="it-CH" dirty="0"/>
          </a:p>
          <a:p>
            <a:endParaRPr lang="it-CH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AAE9634-A524-2C36-56C2-00DE584E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144D-2410-4B35-9791-615AE1AB665F}" type="datetime1">
              <a:rPr lang="it-IT" altLang="it-CH" smtClean="0"/>
              <a:pPr/>
              <a:t>23/03/2026</a:t>
            </a:fld>
            <a:endParaRPr lang="it-IT" alt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ED477D-256E-6788-D12E-4FB4D956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5C202-8C7F-4197-82C2-C79C6811291B}" type="slidenum">
              <a:rPr lang="it-IT" altLang="it-CH" smtClean="0"/>
              <a:pPr/>
              <a:t>2</a:t>
            </a:fld>
            <a:endParaRPr lang="it-IT" altLang="it-CH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B9AF9E4-A516-5C6C-94E9-67C3559F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Alcuni elementi generali emersi dalle schede</a:t>
            </a:r>
          </a:p>
        </p:txBody>
      </p:sp>
    </p:spTree>
    <p:extLst>
      <p:ext uri="{BB962C8B-B14F-4D97-AF65-F5344CB8AC3E}">
        <p14:creationId xmlns:p14="http://schemas.microsoft.com/office/powerpoint/2010/main" val="19182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8322BC0-004B-4DD4-B564-0E8116171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801170"/>
            <a:ext cx="8496300" cy="4796182"/>
          </a:xfrm>
        </p:spPr>
        <p:txBody>
          <a:bodyPr/>
          <a:lstStyle/>
          <a:p>
            <a:r>
              <a:rPr lang="it-CH" b="1" dirty="0"/>
              <a:t>Introduzione</a:t>
            </a:r>
          </a:p>
          <a:p>
            <a:r>
              <a:rPr lang="it-CH" b="1" dirty="0"/>
              <a:t>Breve storia dell’azienda scelta o del settore </a:t>
            </a:r>
          </a:p>
          <a:p>
            <a:r>
              <a:rPr lang="it-CH" b="1" dirty="0"/>
              <a:t>Descrizione delle caratteristiche e dell’organizzazione</a:t>
            </a:r>
          </a:p>
          <a:p>
            <a:r>
              <a:rPr lang="it-CH" dirty="0"/>
              <a:t>- per aziende: struttura aziendale, sedi, bacino di utenza, modello di business</a:t>
            </a:r>
          </a:p>
          <a:p>
            <a:r>
              <a:rPr lang="it-CH" dirty="0"/>
              <a:t>-per settori di attività: presenza in Ticino e legislazione vigente</a:t>
            </a:r>
          </a:p>
          <a:p>
            <a:r>
              <a:rPr lang="it-CH" b="1" dirty="0"/>
              <a:t>Descrizione della struttura dell’occupazione: </a:t>
            </a:r>
            <a:r>
              <a:rPr lang="it-CH" dirty="0"/>
              <a:t>dipendenti, composizione sociale, condizioni di lavoro</a:t>
            </a:r>
          </a:p>
          <a:p>
            <a:r>
              <a:rPr lang="it-CH" b="1" dirty="0"/>
              <a:t>Definizione della problematica scelta </a:t>
            </a:r>
            <a:r>
              <a:rPr lang="it-CH" dirty="0"/>
              <a:t>con l’ausilio di una solida bibliografia</a:t>
            </a:r>
          </a:p>
          <a:p>
            <a:r>
              <a:rPr lang="it-CH" b="1" dirty="0"/>
              <a:t>Domanda a cui si vuole rispondere con il lavoro</a:t>
            </a:r>
          </a:p>
          <a:p>
            <a:r>
              <a:rPr lang="it-CH" b="1" dirty="0"/>
              <a:t>Presentazione delle interviste svolte</a:t>
            </a:r>
            <a:r>
              <a:rPr lang="it-CH" dirty="0"/>
              <a:t>, numero di interviste a chi e che tipo di domande</a:t>
            </a:r>
          </a:p>
          <a:p>
            <a:r>
              <a:rPr lang="it-CH" b="1" dirty="0"/>
              <a:t>Analisi delle interviste </a:t>
            </a:r>
            <a:r>
              <a:rPr lang="it-CH" dirty="0"/>
              <a:t>attenzione non trascrivere le interviste o fare analisi domanda per domanda</a:t>
            </a:r>
          </a:p>
          <a:p>
            <a:r>
              <a:rPr lang="it-CH" b="1" dirty="0"/>
              <a:t>Conclusioni</a:t>
            </a:r>
          </a:p>
          <a:p>
            <a:endParaRPr lang="it-CH" dirty="0"/>
          </a:p>
          <a:p>
            <a:pPr marL="0" indent="0">
              <a:buNone/>
            </a:pPr>
            <a:endParaRPr lang="it-CH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98F01D0-6050-A8DD-9360-2A765A83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144D-2410-4B35-9791-615AE1AB665F}" type="datetime1">
              <a:rPr lang="it-IT" altLang="it-CH" smtClean="0"/>
              <a:pPr/>
              <a:t>23/03/2026</a:t>
            </a:fld>
            <a:endParaRPr lang="it-IT" alt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93F3C2-F772-CFAB-F8F7-E703883E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5C202-8C7F-4197-82C2-C79C6811291B}" type="slidenum">
              <a:rPr lang="it-IT" altLang="it-CH" smtClean="0"/>
              <a:pPr/>
              <a:t>3</a:t>
            </a:fld>
            <a:endParaRPr lang="it-IT" altLang="it-CH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12F0DBDF-4042-1E0B-3423-43537C7C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68" y="1082032"/>
            <a:ext cx="8496300" cy="719137"/>
          </a:xfrm>
        </p:spPr>
        <p:txBody>
          <a:bodyPr/>
          <a:lstStyle/>
          <a:p>
            <a:r>
              <a:rPr lang="it-CH" dirty="0"/>
              <a:t>Struttura dell’elaborato</a:t>
            </a:r>
          </a:p>
        </p:txBody>
      </p:sp>
    </p:spTree>
    <p:extLst>
      <p:ext uri="{BB962C8B-B14F-4D97-AF65-F5344CB8AC3E}">
        <p14:creationId xmlns:p14="http://schemas.microsoft.com/office/powerpoint/2010/main" val="226666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896038E-C536-29F9-7333-2F640F5A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b="1" dirty="0"/>
              <a:t>Creare un indice dettagliato dell’elaborato tenendo conto delle indicazioni della consegna</a:t>
            </a:r>
          </a:p>
          <a:p>
            <a:endParaRPr lang="it-CH" b="1" dirty="0"/>
          </a:p>
          <a:p>
            <a:r>
              <a:rPr lang="it-CH" dirty="0"/>
              <a:t>Ricercare materiale </a:t>
            </a:r>
            <a:r>
              <a:rPr lang="it-CH"/>
              <a:t>bibliografico pertinente</a:t>
            </a:r>
          </a:p>
          <a:p>
            <a:endParaRPr lang="it-CH" dirty="0"/>
          </a:p>
          <a:p>
            <a:r>
              <a:rPr lang="it-CH" dirty="0"/>
              <a:t>Riflettere su chi intervistare e come contattare le persone</a:t>
            </a:r>
          </a:p>
          <a:p>
            <a:pPr marL="0" indent="0">
              <a:buNone/>
            </a:pPr>
            <a:r>
              <a:rPr lang="it-CH" dirty="0"/>
              <a:t> </a:t>
            </a:r>
          </a:p>
          <a:p>
            <a:r>
              <a:rPr lang="it-CH" dirty="0"/>
              <a:t>Cominciare a lavorare sulle domande (da poi discutere e condividere insieme)</a:t>
            </a:r>
          </a:p>
          <a:p>
            <a:endParaRPr lang="it-CH" dirty="0"/>
          </a:p>
          <a:p>
            <a:r>
              <a:rPr lang="it-CH" dirty="0"/>
              <a:t>Riflettere sul formato del contenuto social che dovete realizzare</a:t>
            </a:r>
          </a:p>
          <a:p>
            <a:endParaRPr lang="it-CH" dirty="0"/>
          </a:p>
          <a:p>
            <a:endParaRPr lang="it-CH" dirty="0"/>
          </a:p>
          <a:p>
            <a:endParaRPr lang="it-CH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E98D69D-7A88-23F5-5F16-10D049D9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144D-2410-4B35-9791-615AE1AB665F}" type="datetime1">
              <a:rPr lang="it-IT" altLang="it-CH" smtClean="0"/>
              <a:pPr/>
              <a:t>23/03/2026</a:t>
            </a:fld>
            <a:endParaRPr lang="it-IT" alt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140867-350A-0365-0FA0-486060A8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5C202-8C7F-4197-82C2-C79C6811291B}" type="slidenum">
              <a:rPr lang="it-IT" altLang="it-CH" smtClean="0"/>
              <a:pPr/>
              <a:t>4</a:t>
            </a:fld>
            <a:endParaRPr lang="it-IT" altLang="it-CH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00D0E8EE-515D-7D54-50E6-198E0DA2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Cosa dovete fare</a:t>
            </a:r>
          </a:p>
        </p:txBody>
      </p:sp>
    </p:spTree>
    <p:extLst>
      <p:ext uri="{BB962C8B-B14F-4D97-AF65-F5344CB8AC3E}">
        <p14:creationId xmlns:p14="http://schemas.microsoft.com/office/powerpoint/2010/main" val="279684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E2E150F-F178-A6D6-FD7F-523305E78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b="1" dirty="0"/>
              <a:t>30 marzo: </a:t>
            </a:r>
            <a:r>
              <a:rPr lang="it-CH" dirty="0"/>
              <a:t>breve presentazione in aula dell’indice aggiornato e della domanda di ricerca e di come si intende lavorare il 13 aprile</a:t>
            </a:r>
          </a:p>
          <a:p>
            <a:endParaRPr lang="it-CH" dirty="0"/>
          </a:p>
          <a:p>
            <a:r>
              <a:rPr lang="it-CH" b="1" dirty="0"/>
              <a:t>13 aprile: </a:t>
            </a:r>
            <a:r>
              <a:rPr lang="it-CH" dirty="0"/>
              <a:t>Intera mattinata dedicata al lavoro di inchiesta</a:t>
            </a:r>
          </a:p>
          <a:p>
            <a:endParaRPr lang="it-CH" dirty="0"/>
          </a:p>
          <a:p>
            <a:r>
              <a:rPr lang="it-CH" b="1" dirty="0"/>
              <a:t>20 aprile: </a:t>
            </a:r>
            <a:r>
              <a:rPr lang="it-CH" dirty="0"/>
              <a:t>breve presentazione in aula dello stato dell’arte del lavoro dei gruppi (concept del progetto di gruppo, interviste realizzate/da realizzare, idee per l’elaborato e il </a:t>
            </a:r>
            <a:r>
              <a:rPr lang="it-CH" dirty="0" err="1"/>
              <a:t>reel</a:t>
            </a:r>
            <a:r>
              <a:rPr lang="it-CH" dirty="0"/>
              <a:t>)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EB3F541-6CD1-8D93-A205-EE1932C7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C144D-2410-4B35-9791-615AE1AB665F}" type="datetime1">
              <a:rPr lang="it-IT" altLang="it-CH" smtClean="0"/>
              <a:pPr/>
              <a:t>23/03/2026</a:t>
            </a:fld>
            <a:endParaRPr lang="it-IT" alt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95210A-3765-A3DE-955C-8F618CBE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5C202-8C7F-4197-82C2-C79C6811291B}" type="slidenum">
              <a:rPr lang="it-IT" altLang="it-CH" smtClean="0"/>
              <a:pPr/>
              <a:t>5</a:t>
            </a:fld>
            <a:endParaRPr lang="it-IT" altLang="it-CH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370E047A-8957-7862-CAB0-98B19965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Prossimi passi </a:t>
            </a:r>
            <a:br>
              <a:rPr lang="it-CH" dirty="0"/>
            </a:b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428994579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DEASS_1 copia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owerpoint_DACD_LCV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32538a4-939e-4f12-952e-e33cf9e5689d}" enabled="0" method="" siteId="{832538a4-939e-4f12-952e-e33cf9e568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Powerpoint_DEASS_1</Template>
  <TotalTime>0</TotalTime>
  <Words>311</Words>
  <Application>Microsoft Office PowerPoint</Application>
  <PresentationFormat>Presentazione su schermo (4:3)</PresentationFormat>
  <Paragraphs>53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Times New Roman</vt:lpstr>
      <vt:lpstr>Powerpoint_DEASS_1 copia</vt:lpstr>
      <vt:lpstr>Powerpoint_DACD_LCV</vt:lpstr>
      <vt:lpstr>Mondi del lavoro Seminario</vt:lpstr>
      <vt:lpstr>Alcuni elementi generali emersi dalle schede</vt:lpstr>
      <vt:lpstr>Struttura dell’elaborato</vt:lpstr>
      <vt:lpstr>Cosa dovete fare</vt:lpstr>
      <vt:lpstr>Prossimi passi  </vt:lpstr>
    </vt:vector>
  </TitlesOfParts>
  <Company>Servizio Informatico TI-EDU - USI-SUPSI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Spartaco Greppi</dc:creator>
  <cp:lastModifiedBy>Lepori Angelica</cp:lastModifiedBy>
  <cp:revision>214</cp:revision>
  <cp:lastPrinted>2023-09-28T07:32:58Z</cp:lastPrinted>
  <dcterms:created xsi:type="dcterms:W3CDTF">2018-09-03T09:53:28Z</dcterms:created>
  <dcterms:modified xsi:type="dcterms:W3CDTF">2026-03-23T09:49:21Z</dcterms:modified>
</cp:coreProperties>
</file>